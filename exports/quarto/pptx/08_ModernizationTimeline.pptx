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08 Modernizationtimeline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UIAO Modernization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31,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UIAO Modernization Timeline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Title Page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CUI/FOUO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Source Planes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Identity, Network, Addressing, Telemetry, Security,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Document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Program Timeline (01_Canon)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defines the official modernization timeline for the Unified Identity-Addressing-Overlay (UIAO) program. It sequences identity, network, addressing, telemetry, security, and governance modernization activities into a coherent, dependency-aware, leadership-ready plan aligned with Zero Trust, TIC 3.0, and FedRAMP 20x.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Included</a:t>
            </a:r>
          </a:p>
          <a:p>
            <a:pPr lvl="0"/>
            <a:r>
              <a:rPr/>
              <a:t>Six-month modernization timeline</a:t>
            </a:r>
          </a:p>
          <a:p>
            <a:pPr lvl="0"/>
            <a:r>
              <a:rPr/>
              <a:t>Workstream sequencing (A-D)</a:t>
            </a:r>
          </a:p>
          <a:p>
            <a:pPr lvl="0"/>
            <a:r>
              <a:rPr/>
              <a:t>Dependencies across control planes</a:t>
            </a:r>
          </a:p>
          <a:p>
            <a:pPr lvl="0"/>
            <a:r>
              <a:rPr/>
              <a:t>Milestones, deliverables, and readiness gates</a:t>
            </a:r>
          </a:p>
          <a:p>
            <a:pPr lvl="0"/>
            <a:r>
              <a:rPr/>
              <a:t>Alignment with federal mandates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Excluded</a:t>
            </a:r>
          </a:p>
          <a:p>
            <a:pPr lvl="0"/>
            <a:r>
              <a:rPr/>
              <a:t>Detailed project plans (covered in appendices)</a:t>
            </a:r>
          </a:p>
          <a:p>
            <a:pPr lvl="0"/>
            <a:r>
              <a:rPr/>
              <a:t>Vendor-specific deployment instructions</a:t>
            </a:r>
          </a:p>
          <a:p>
            <a:pPr lvl="0"/>
            <a:r>
              <a:rPr/>
              <a:t>Budget and acquisition details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Control Plane Alignment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modernization timeline spans all six UIAO control planes: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Timeline 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First modernization priority; foundation for all others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Cloud-first routing, segmentation, DIA, INR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Deterministic IPAM, DNS/DHCP modernization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 and Location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Real-time signals for routing, security, compliance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and 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TIC 3.0, Zero Trust, FedRAMP 20x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Drift detection, CMDB, device compliance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timeline ensures each plane is modernized in the correct order.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modernization timeline operationalizes the Seven Core Concepts:</a:t>
            </a:r>
          </a:p>
          <a:p>
            <a:pPr lvl="0" indent="-342900" marL="342900">
              <a:buAutoNum type="arabicPeriod"/>
            </a:pPr>
            <a:r>
              <a:rPr b="1"/>
              <a:t>Conversation as the atomic unit</a:t>
            </a:r>
          </a:p>
          <a:p>
            <a:pPr lvl="0" indent="-342900" marL="342900">
              <a:buAutoNum type="arabicPeriod"/>
            </a:pPr>
            <a:r>
              <a:rPr b="1"/>
              <a:t>Identity as the root namespace</a:t>
            </a:r>
          </a:p>
          <a:p>
            <a:pPr lvl="0" indent="-342900" marL="342900">
              <a:buAutoNum type="arabicPeriod"/>
            </a:pPr>
            <a:r>
              <a:rPr b="1"/>
              <a:t>Deterministic addressing</a:t>
            </a:r>
          </a:p>
          <a:p>
            <a:pPr lvl="0" indent="-342900" marL="342900">
              <a:buAutoNum type="arabicPeriod"/>
            </a:pPr>
            <a:r>
              <a:rPr b="1"/>
              <a:t>Certificate-anchored overlay</a:t>
            </a:r>
          </a:p>
          <a:p>
            <a:pPr lvl="0" indent="-342900" marL="342900">
              <a:buAutoNum type="arabicPeriod"/>
            </a:pPr>
            <a:r>
              <a:rPr b="1"/>
              <a:t>Telemetry as control</a:t>
            </a:r>
          </a:p>
          <a:p>
            <a:pPr lvl="0" indent="-342900" marL="342900">
              <a:buAutoNum type="arabicPeriod"/>
            </a:pPr>
            <a:r>
              <a:rPr b="1"/>
              <a:t>Embedded governance and automation</a:t>
            </a:r>
          </a:p>
          <a:p>
            <a:pPr lvl="0" indent="-342900" marL="342900">
              <a:buAutoNum type="arabicPeriod"/>
            </a:pPr>
            <a:r>
              <a:rPr b="1"/>
              <a:t>Public service first</a:t>
            </a:r>
          </a:p>
          <a:p>
            <a:pPr lvl="0" indent="0" marL="0">
              <a:buNone/>
            </a:pPr>
            <a:r>
              <a:rPr/>
              <a:t>These concepts guide sequencing and prioritization.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Architecture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6.1 Workstream Overview</a:t>
            </a:r>
          </a:p>
          <a:p>
            <a:pPr lvl="0" indent="0" marL="0">
              <a:buNone/>
            </a:pPr>
            <a:r>
              <a:rPr/>
              <a:t>The modernization program is divided into four coordinated workstreams: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Workstream A — Identity Modernization</a:t>
            </a:r>
          </a:p>
          <a:p>
            <a:pPr lvl="0"/>
            <a:r>
              <a:rPr/>
              <a:t>Entra ID</a:t>
            </a:r>
          </a:p>
          <a:p>
            <a:pPr lvl="0"/>
            <a:r>
              <a:rPr/>
              <a:t>MFA/SSPR</a:t>
            </a:r>
          </a:p>
          <a:p>
            <a:pPr lvl="0"/>
            <a:r>
              <a:rPr/>
              <a:t>Conditional Access</a:t>
            </a:r>
          </a:p>
          <a:p>
            <a:pPr lvl="0"/>
            <a:r>
              <a:rPr/>
              <a:t>ICAM governance</a:t>
            </a:r>
          </a:p>
          <a:p>
            <a:pPr lvl="0"/>
            <a:r>
              <a:rPr/>
              <a:t>PIM</a:t>
            </a:r>
          </a:p>
          <a:p>
            <a:pPr lvl="0"/>
            <a:r>
              <a:rPr/>
              <a:t>Device trust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Workstream B — Network Modernization</a:t>
            </a:r>
          </a:p>
          <a:p>
            <a:pPr lvl="0"/>
            <a:r>
              <a:rPr/>
              <a:t>Cisco Catalyst SD-WAN</a:t>
            </a:r>
          </a:p>
          <a:p>
            <a:pPr lvl="0"/>
            <a:r>
              <a:rPr/>
              <a:t>Cloud OnRamp for M365</a:t>
            </a:r>
          </a:p>
          <a:p>
            <a:pPr lvl="0"/>
            <a:r>
              <a:rPr/>
              <a:t>DIA</a:t>
            </a:r>
          </a:p>
          <a:p>
            <a:pPr lvl="0"/>
            <a:r>
              <a:rPr/>
              <a:t>INR</a:t>
            </a:r>
          </a:p>
          <a:p>
            <a:pPr lvl="0"/>
            <a:r>
              <a:rPr/>
              <a:t>Identity-aware segmentation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Workstream C — Addressing Modernization</a:t>
            </a:r>
          </a:p>
          <a:p>
            <a:pPr lvl="0"/>
            <a:r>
              <a:rPr/>
              <a:t>Infoblox IPAM</a:t>
            </a:r>
          </a:p>
          <a:p>
            <a:pPr lvl="0"/>
            <a:r>
              <a:rPr/>
              <a:t>DNS/DHCP modernization</a:t>
            </a:r>
          </a:p>
          <a:p>
            <a:pPr lvl="0"/>
            <a:r>
              <a:rPr/>
              <a:t>Cloud/on-prem reconciliation</a:t>
            </a:r>
          </a:p>
          <a:p>
            <a:pPr lvl="0"/>
            <a:r>
              <a:rPr/>
              <a:t>Deterministic addressing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Workstream D — Telemetry and Governance</a:t>
            </a:r>
          </a:p>
          <a:p>
            <a:pPr lvl="0"/>
            <a:r>
              <a:rPr/>
              <a:t>M365 Network Telemetry</a:t>
            </a:r>
          </a:p>
          <a:p>
            <a:pPr lvl="0"/>
            <a:r>
              <a:rPr/>
              <a:t>SD-WAN telemetry</a:t>
            </a:r>
          </a:p>
          <a:p>
            <a:pPr lvl="0"/>
            <a:r>
              <a:rPr/>
              <a:t>Endpoint telemetry</a:t>
            </a:r>
          </a:p>
          <a:p>
            <a:pPr lvl="0"/>
            <a:r>
              <a:rPr/>
              <a:t>ServiceNow CMDB</a:t>
            </a:r>
          </a:p>
          <a:p>
            <a:pPr lvl="0"/>
            <a:r>
              <a:rPr/>
              <a:t>Intune compliance</a:t>
            </a:r>
          </a:p>
          <a:p>
            <a:pPr lvl="0"/>
            <a:r>
              <a:rPr/>
              <a:t>TIC 3.0 Cloud + Branch</a:t>
            </a:r>
          </a:p>
          <a:p>
            <a:pPr lvl="0" indent="0" marL="0">
              <a:buNone/>
            </a:pPr>
            <a:r>
              <a:rPr/>
              <a:t>These workstreams operate in parallel but with strict dependency ordering.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Runtime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timeline follows the UIAO runtime model: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7.1 Conversation Flow</a:t>
            </a:r>
          </a:p>
          <a:p>
            <a:pPr lvl="0" indent="0" marL="0">
              <a:buNone/>
            </a:pPr>
            <a:r>
              <a:rPr/>
              <a:t>Identity - Addressing - Certificates - Overlay - Telemetry - Policy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7.2 Deterministic Sequencing</a:t>
            </a:r>
          </a:p>
          <a:p>
            <a:pPr lvl="0" indent="0" marL="0">
              <a:buNone/>
            </a:pPr>
            <a:r>
              <a:rPr/>
              <a:t>Identity modernization must precede:</a:t>
            </a:r>
          </a:p>
          <a:p>
            <a:pPr lvl="0"/>
            <a:r>
              <a:rPr/>
              <a:t>Addressing modernization</a:t>
            </a:r>
          </a:p>
          <a:p>
            <a:pPr lvl="0"/>
            <a:r>
              <a:rPr/>
              <a:t>Network segmentation</a:t>
            </a:r>
          </a:p>
          <a:p>
            <a:pPr lvl="0"/>
            <a:r>
              <a:rPr/>
              <a:t>Telemetry correlation</a:t>
            </a:r>
          </a:p>
          <a:p>
            <a:pPr lvl="0"/>
            <a:r>
              <a:rPr/>
              <a:t>Zero Trust enforcement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7.3 Continuous Evaluation</a:t>
            </a:r>
          </a:p>
          <a:p>
            <a:pPr lvl="0" indent="0" marL="0">
              <a:buNone/>
            </a:pPr>
            <a:r>
              <a:rPr/>
              <a:t>Telemetry integration begins early and matures throughout the timeline.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Modernization Timeline (6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Below is the canonical, dependency-aware modernization timeline.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Month 1 — Foundations (HLD Phase)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Identity</a:t>
            </a:r>
          </a:p>
          <a:p>
            <a:pPr lvl="0"/>
            <a:r>
              <a:rPr/>
              <a:t>Entra ID HLD</a:t>
            </a:r>
          </a:p>
          <a:p>
            <a:pPr lvl="0"/>
            <a:r>
              <a:rPr/>
              <a:t>MFA/SSPR readiness</a:t>
            </a:r>
          </a:p>
          <a:p>
            <a:pPr lvl="0"/>
            <a:r>
              <a:rPr/>
              <a:t>Identity lifecycle mapping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Network</a:t>
            </a:r>
          </a:p>
          <a:p>
            <a:pPr lvl="0"/>
            <a:r>
              <a:rPr/>
              <a:t>SD-WAN HLD</a:t>
            </a:r>
          </a:p>
          <a:p>
            <a:pPr lvl="0"/>
            <a:r>
              <a:rPr/>
              <a:t>Cloud OnRamp design</a:t>
            </a:r>
          </a:p>
          <a:p>
            <a:pPr lvl="0"/>
            <a:r>
              <a:rPr/>
              <a:t>INR architecture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Addressing</a:t>
            </a:r>
          </a:p>
          <a:p>
            <a:pPr lvl="0"/>
            <a:r>
              <a:rPr/>
              <a:t>IPAM HLD</a:t>
            </a:r>
          </a:p>
          <a:p>
            <a:pPr lvl="0"/>
            <a:r>
              <a:rPr/>
              <a:t>DNS/DHCP discovery</a:t>
            </a:r>
          </a:p>
          <a:p>
            <a:pPr lvl="0"/>
            <a:r>
              <a:rPr/>
              <a:t>Addressing inventory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Telemetry</a:t>
            </a:r>
          </a:p>
          <a:p>
            <a:pPr lvl="0"/>
            <a:r>
              <a:rPr/>
              <a:t>M365 Network Telemetry HLD</a:t>
            </a:r>
          </a:p>
          <a:p>
            <a:pPr lvl="0"/>
            <a:r>
              <a:rPr/>
              <a:t>SD-WAN telemetry design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Governance</a:t>
            </a:r>
          </a:p>
          <a:p>
            <a:pPr lvl="0"/>
            <a:r>
              <a:rPr/>
              <a:t>CMDB baseline</a:t>
            </a:r>
          </a:p>
          <a:p>
            <a:pPr lvl="0"/>
            <a:r>
              <a:rPr/>
              <a:t>Drift detection framework</a:t>
            </a:r>
          </a:p>
          <a:p>
            <a:pPr lvl="0" indent="0" marL="0">
              <a:buNone/>
            </a:pPr>
            <a:r>
              <a:rPr b="1"/>
              <a:t>Milestone:</a:t>
            </a:r>
            <a:r>
              <a:rPr/>
              <a:t> All HLDs approved.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Month 2 — Configuration (LLD Phase)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Identity</a:t>
            </a:r>
          </a:p>
          <a:p>
            <a:pPr lvl="0"/>
            <a:r>
              <a:rPr/>
              <a:t>Conditional Access LLD</a:t>
            </a:r>
          </a:p>
          <a:p>
            <a:pPr lvl="0"/>
            <a:r>
              <a:rPr/>
              <a:t>PIM configuration</a:t>
            </a:r>
          </a:p>
          <a:p>
            <a:pPr lvl="0"/>
            <a:r>
              <a:rPr/>
              <a:t>Identity governance policies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Network</a:t>
            </a:r>
          </a:p>
          <a:p>
            <a:pPr lvl="0"/>
            <a:r>
              <a:rPr/>
              <a:t>SD-WAN LLD</a:t>
            </a:r>
          </a:p>
          <a:p>
            <a:pPr lvl="0"/>
            <a:r>
              <a:rPr/>
              <a:t>DIA design</a:t>
            </a:r>
          </a:p>
          <a:p>
            <a:pPr lvl="0"/>
            <a:r>
              <a:rPr/>
              <a:t>Segmentation policy draft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Addressing</a:t>
            </a:r>
          </a:p>
          <a:p>
            <a:pPr lvl="0"/>
            <a:r>
              <a:rPr/>
              <a:t>DNS/DHCP LLD</a:t>
            </a:r>
          </a:p>
          <a:p>
            <a:pPr lvl="0"/>
            <a:r>
              <a:rPr/>
              <a:t>Cloud IPAM integration design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Telemetry</a:t>
            </a:r>
          </a:p>
          <a:p>
            <a:pPr lvl="0"/>
            <a:r>
              <a:rPr/>
              <a:t>Location inference (IPAM + SD-WAN)</a:t>
            </a:r>
          </a:p>
          <a:p>
            <a:pPr lvl="0"/>
            <a:r>
              <a:rPr/>
              <a:t>E911 readiness design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Governance</a:t>
            </a:r>
          </a:p>
          <a:p>
            <a:pPr lvl="0"/>
            <a:r>
              <a:rPr/>
              <a:t>CMDB enrichment</a:t>
            </a:r>
          </a:p>
          <a:p>
            <a:pPr lvl="0"/>
            <a:r>
              <a:rPr/>
              <a:t>Intune compliance baseline</a:t>
            </a:r>
          </a:p>
          <a:p>
            <a:pPr lvl="0" indent="0" marL="0">
              <a:buNone/>
            </a:pPr>
            <a:r>
              <a:rPr b="1"/>
              <a:t>Milestone:</a:t>
            </a:r>
            <a:r>
              <a:rPr/>
              <a:t> All LLDs approved.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Month 3 — Initial Deployment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Identity</a:t>
            </a:r>
          </a:p>
          <a:p>
            <a:pPr lvl="0"/>
            <a:r>
              <a:rPr/>
              <a:t>MFA/SSPR rollout</a:t>
            </a:r>
          </a:p>
          <a:p>
            <a:pPr lvl="0"/>
            <a:r>
              <a:rPr/>
              <a:t>Conditional Access enforcement</a:t>
            </a:r>
          </a:p>
          <a:p>
            <a:pPr lvl="0"/>
            <a:r>
              <a:rPr/>
              <a:t>Identity governance activation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Network</a:t>
            </a:r>
          </a:p>
          <a:p>
            <a:pPr lvl="0"/>
            <a:r>
              <a:rPr/>
              <a:t>DIA pilot</a:t>
            </a:r>
          </a:p>
          <a:p>
            <a:pPr lvl="0"/>
            <a:r>
              <a:rPr/>
              <a:t>SD-WAN pilot</a:t>
            </a:r>
          </a:p>
          <a:p>
            <a:pPr lvl="0"/>
            <a:r>
              <a:rPr/>
              <a:t>Cloud OnRamp activation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Addressing</a:t>
            </a:r>
          </a:p>
          <a:p>
            <a:pPr lvl="0"/>
            <a:r>
              <a:rPr/>
              <a:t>Cloud IPAM pilot</a:t>
            </a:r>
          </a:p>
          <a:p>
            <a:pPr lvl="0"/>
            <a:r>
              <a:rPr/>
              <a:t>DNS/DHCP modernization pilot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Telemetry</a:t>
            </a:r>
          </a:p>
          <a:p>
            <a:pPr lvl="0"/>
            <a:r>
              <a:rPr/>
              <a:t>M365 telemetry ingestion</a:t>
            </a:r>
          </a:p>
          <a:p>
            <a:pPr lvl="0"/>
            <a:r>
              <a:rPr/>
              <a:t>SD-WAN telemetry ingestion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Governance</a:t>
            </a:r>
          </a:p>
          <a:p>
            <a:pPr lvl="0"/>
            <a:r>
              <a:rPr/>
              <a:t>CMDB reconciliation</a:t>
            </a:r>
          </a:p>
          <a:p>
            <a:pPr lvl="0"/>
            <a:r>
              <a:rPr/>
              <a:t>Intune compliance enforcement</a:t>
            </a:r>
          </a:p>
          <a:p>
            <a:pPr lvl="0" indent="0" marL="0">
              <a:buNone/>
            </a:pPr>
            <a:r>
              <a:rPr b="1"/>
              <a:t>Milestone:</a:t>
            </a:r>
            <a:r>
              <a:rPr/>
              <a:t> Identity and network pilots operational.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Month 4 — Expansion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Identity</a:t>
            </a:r>
          </a:p>
          <a:p>
            <a:pPr lvl="0"/>
            <a:r>
              <a:rPr/>
              <a:t>Full Conditional Access rollout</a:t>
            </a:r>
          </a:p>
          <a:p>
            <a:pPr lvl="0"/>
            <a:r>
              <a:rPr/>
              <a:t>PIM enforcement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Network</a:t>
            </a:r>
          </a:p>
          <a:p>
            <a:pPr lvl="0"/>
            <a:r>
              <a:rPr/>
              <a:t>Segmentation rollout</a:t>
            </a:r>
          </a:p>
          <a:p>
            <a:pPr lvl="0"/>
            <a:r>
              <a:rPr/>
              <a:t>INR integration</a:t>
            </a:r>
          </a:p>
          <a:p>
            <a:pPr lvl="0"/>
            <a:r>
              <a:rPr/>
              <a:t>DIA expansion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Addressing</a:t>
            </a:r>
          </a:p>
          <a:p>
            <a:pPr lvl="0"/>
            <a:r>
              <a:rPr/>
              <a:t>Deterministic addressing rollout</a:t>
            </a:r>
          </a:p>
          <a:p>
            <a:pPr lvl="0"/>
            <a:r>
              <a:rPr/>
              <a:t>DNS/DHCP modernization expansion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Telemetry</a:t>
            </a:r>
          </a:p>
          <a:p>
            <a:pPr lvl="0"/>
            <a:r>
              <a:rPr/>
              <a:t>Conversation-level correlation</a:t>
            </a:r>
          </a:p>
          <a:p>
            <a:pPr lvl="0"/>
            <a:r>
              <a:rPr/>
              <a:t>Location inference activation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Governance</a:t>
            </a:r>
          </a:p>
          <a:p>
            <a:pPr lvl="0"/>
            <a:r>
              <a:rPr/>
              <a:t>Drift detection automation</a:t>
            </a:r>
          </a:p>
          <a:p>
            <a:pPr lvl="0"/>
            <a:r>
              <a:rPr/>
              <a:t>ServiceNow change workflows</a:t>
            </a:r>
          </a:p>
          <a:p>
            <a:pPr lvl="0" indent="0" marL="0">
              <a:buNone/>
            </a:pPr>
            <a:r>
              <a:rPr b="1"/>
              <a:t>Milestone:</a:t>
            </a:r>
            <a:r>
              <a:rPr/>
              <a:t> Identity-aware routing operational.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Month 5 — Integration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Identity</a:t>
            </a:r>
          </a:p>
          <a:p>
            <a:pPr lvl="0"/>
            <a:r>
              <a:rPr/>
              <a:t>ICAM governance maturity</a:t>
            </a:r>
          </a:p>
          <a:p>
            <a:pPr lvl="0"/>
            <a:r>
              <a:rPr/>
              <a:t>Identity assurance tuning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Network</a:t>
            </a:r>
          </a:p>
          <a:p>
            <a:pPr lvl="0"/>
            <a:r>
              <a:rPr/>
              <a:t>Identity-aware segmentation</a:t>
            </a:r>
          </a:p>
          <a:p>
            <a:pPr lvl="0"/>
            <a:r>
              <a:rPr/>
              <a:t>SD-WAN optimization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Addressing</a:t>
            </a:r>
          </a:p>
          <a:p>
            <a:pPr lvl="0"/>
            <a:r>
              <a:rPr/>
              <a:t>IPAM automation</a:t>
            </a:r>
          </a:p>
          <a:p>
            <a:pPr lvl="0"/>
            <a:r>
              <a:rPr/>
              <a:t>Cloud/on-prem reconciliation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Telemetry</a:t>
            </a:r>
          </a:p>
          <a:p>
            <a:pPr lvl="0"/>
            <a:r>
              <a:rPr/>
              <a:t>SIEM integration</a:t>
            </a:r>
          </a:p>
          <a:p>
            <a:pPr lvl="0"/>
            <a:r>
              <a:rPr/>
              <a:t>CDM/CLAW integration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Governance</a:t>
            </a:r>
          </a:p>
          <a:p>
            <a:pPr lvl="0"/>
            <a:r>
              <a:rPr/>
              <a:t>Continuous Authorization (CA-7)</a:t>
            </a:r>
          </a:p>
          <a:p>
            <a:pPr lvl="0"/>
            <a:r>
              <a:rPr/>
              <a:t>Automated remediation</a:t>
            </a:r>
          </a:p>
          <a:p>
            <a:pPr lvl="0" indent="0" marL="0">
              <a:buNone/>
            </a:pPr>
            <a:r>
              <a:rPr b="1"/>
              <a:t>Milestone:</a:t>
            </a:r>
            <a:r>
              <a:rPr/>
              <a:t> Full telemetry integration.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Month 6 — Compliance and Readiness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Identity</a:t>
            </a:r>
          </a:p>
          <a:p>
            <a:pPr lvl="0"/>
            <a:r>
              <a:rPr/>
              <a:t>NIST 800-63 alignment</a:t>
            </a:r>
          </a:p>
          <a:p>
            <a:pPr lvl="0"/>
            <a:r>
              <a:rPr/>
              <a:t>Identity assurance validation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Network</a:t>
            </a:r>
          </a:p>
          <a:p>
            <a:pPr lvl="0"/>
            <a:r>
              <a:rPr/>
              <a:t>TIC 3.0 Cloud Use Case</a:t>
            </a:r>
          </a:p>
          <a:p>
            <a:pPr lvl="0"/>
            <a:r>
              <a:rPr/>
              <a:t>TIC 3.0 Branch Use Case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Addressing</a:t>
            </a:r>
          </a:p>
          <a:p>
            <a:pPr lvl="0"/>
            <a:r>
              <a:rPr/>
              <a:t>Deterministic addressing validation</a:t>
            </a:r>
          </a:p>
          <a:p>
            <a:pPr lvl="0"/>
            <a:r>
              <a:rPr/>
              <a:t>DNS/DHCP modernization complete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Telemetry</a:t>
            </a:r>
          </a:p>
          <a:p>
            <a:pPr lvl="0"/>
            <a:r>
              <a:rPr/>
              <a:t>KSI generation</a:t>
            </a:r>
          </a:p>
          <a:p>
            <a:pPr lvl="0"/>
            <a:r>
              <a:rPr/>
              <a:t>FedRAMP 20x evidence readiness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Governance</a:t>
            </a:r>
          </a:p>
          <a:p>
            <a:pPr lvl="0"/>
            <a:r>
              <a:rPr/>
              <a:t>CMDB authoritative</a:t>
            </a:r>
          </a:p>
          <a:p>
            <a:pPr lvl="0"/>
            <a:r>
              <a:rPr/>
              <a:t>Drift-resistant operations</a:t>
            </a:r>
          </a:p>
          <a:p>
            <a:pPr lvl="0" indent="0" marL="0">
              <a:buNone/>
            </a:pPr>
            <a:r>
              <a:rPr b="1"/>
              <a:t>Milestone:</a:t>
            </a:r>
            <a:r>
              <a:rPr/>
              <a:t> FedRAMP 20x Phase 2 readiness.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Dependencies and Sequencing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Upstream Dependencies</a:t>
            </a:r>
          </a:p>
          <a:p>
            <a:pPr lvl="0"/>
            <a:r>
              <a:rPr/>
              <a:t>Identity modernization</a:t>
            </a:r>
          </a:p>
          <a:p>
            <a:pPr lvl="0"/>
            <a:r>
              <a:rPr/>
              <a:t>IPAM modernization</a:t>
            </a:r>
          </a:p>
          <a:p>
            <a:pPr lvl="0"/>
            <a:r>
              <a:rPr/>
              <a:t>SD-WAN overlay deployment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Downstream Dependencies</a:t>
            </a:r>
          </a:p>
          <a:p>
            <a:pPr lvl="0"/>
            <a:r>
              <a:rPr/>
              <a:t>TIC 3.0 packages</a:t>
            </a:r>
          </a:p>
          <a:p>
            <a:pPr lvl="0"/>
            <a:r>
              <a:rPr/>
              <a:t>FedRAMP 20x evidence generation</a:t>
            </a:r>
          </a:p>
          <a:p>
            <a:pPr lvl="0"/>
            <a:r>
              <a:rPr/>
              <a:t>Leadership reporting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Critical Path</a:t>
            </a:r>
          </a:p>
          <a:p>
            <a:pPr lvl="0" indent="0" marL="0">
              <a:buNone/>
            </a:pPr>
            <a:r>
              <a:rPr/>
              <a:t>Identity - Addressing - Network - Telemetry - Governance - Compliance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Governance and Drift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of Authority</a:t>
            </a:r>
          </a:p>
          <a:p>
            <a:pPr lvl="0"/>
            <a:r>
              <a:rPr/>
              <a:t>HR — identity lifecycle</a:t>
            </a:r>
          </a:p>
          <a:p>
            <a:pPr lvl="0"/>
            <a:r>
              <a:rPr/>
              <a:t>Network architecture — addressing</a:t>
            </a:r>
          </a:p>
          <a:p>
            <a:pPr lvl="0"/>
            <a:r>
              <a:rPr/>
              <a:t>PKI — certificate trust</a:t>
            </a:r>
          </a:p>
          <a:p>
            <a:pPr lvl="0"/>
            <a:r>
              <a:rPr/>
              <a:t>System owners — configuration baselines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Drift Detection</a:t>
            </a:r>
          </a:p>
          <a:p>
            <a:pPr lvl="0"/>
            <a:r>
              <a:rPr/>
              <a:t>CMDB reconciliation</a:t>
            </a:r>
          </a:p>
          <a:p>
            <a:pPr lvl="0"/>
            <a:r>
              <a:rPr/>
              <a:t>Intune compliance</a:t>
            </a:r>
          </a:p>
          <a:p>
            <a:pPr lvl="0"/>
            <a:r>
              <a:rPr/>
              <a:t>SD-WAN overlay validation</a:t>
            </a:r>
          </a:p>
          <a:p>
            <a:pPr lvl="0"/>
            <a:r>
              <a:rPr/>
              <a:t>IPAM reconciliation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Remediation Workflow</a:t>
            </a:r>
          </a:p>
          <a:p>
            <a:pPr lvl="0"/>
            <a:r>
              <a:rPr/>
              <a:t>Automated ServiceNow change</a:t>
            </a:r>
          </a:p>
          <a:p>
            <a:pPr lvl="0"/>
            <a:r>
              <a:rPr/>
              <a:t>Conditional Access enforcement</a:t>
            </a:r>
          </a:p>
          <a:p>
            <a:pPr lvl="0"/>
            <a:r>
              <a:rPr/>
              <a:t>Certificate renewal</a:t>
            </a:r>
          </a:p>
          <a:p>
            <a:pPr lvl="0"/>
            <a:r>
              <a:rPr/>
              <a:t>IPAM correction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Appendices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 A: Definitions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docs/glossary.md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B: Tables</a:t>
            </a:r>
          </a:p>
          <a:p>
            <a:pPr lvl="0" indent="0" marL="0">
              <a:buNone/>
            </a:pPr>
            <a:r>
              <a:rPr i="1"/>
              <a:t>Control Plane Alignment table is in Section 4. Modernization Timeline is in Section 8.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C: Diagram References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docs/images/</a:t>
            </a:r>
            <a:r>
              <a:rPr i="1"/>
              <a:t> for all referenced architecture diagrams.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D: Evidence Sources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data/parameters.yml</a:t>
            </a:r>
            <a:r>
              <a:rPr i="1"/>
              <a:t> and control-library entries for evidence source catalogs.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Revision History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UIAO Canon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Initial canonical release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08 Modernizationtimeline</dc:title>
  <dc:creator>UIAO Modernization Program</dc:creator>
  <cp:keywords/>
  <dcterms:created xsi:type="dcterms:W3CDTF">2026-03-31T17:33:34Z</dcterms:created>
  <dcterms:modified xsi:type="dcterms:W3CDTF">2026-03-31T17:33:34Z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rossref">
    <vt:lpwstr/>
  </property>
  <property fmtid="{D5CDD505-2E9C-101B-9397-08002B2CF9AE}" pid="6" name="date">
    <vt:lpwstr>March 31, 2026</vt:lpwstr>
  </property>
  <property fmtid="{D5CDD505-2E9C-101B-9397-08002B2CF9AE}" pid="7" name="date-format">
    <vt:lpwstr>MMMM D, YYYY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mermaid">
    <vt:lpwstr/>
  </property>
  <property fmtid="{D5CDD505-2E9C-101B-9397-08002B2CF9AE}" pid="13" name="toc-title">
    <vt:lpwstr>Table of contents</vt:lpwstr>
  </property>
</Properties>
</file>