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01 Unifiedarchitecture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Unified Architecture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unified architecture of the Unified Identity-Addressing-Overlay (UIAO) system. It integrates all six control planes into a single, coherent, identity-driven, telemetry-informed modernization framework. It serves as the architectural foundation for project plans, compliance mappings, modernization timelines, and executive briefings.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Unified architectural model across all six control planes</a:t>
            </a:r>
          </a:p>
          <a:p>
            <a:pPr lvl="0"/>
            <a:r>
              <a:rPr/>
              <a:t>Cross-plane interactions and dependencies</a:t>
            </a:r>
          </a:p>
          <a:p>
            <a:pPr lvl="0"/>
            <a:r>
              <a:rPr/>
              <a:t>Core concepts and runtime behavior</a:t>
            </a:r>
          </a:p>
          <a:p>
            <a:pPr lvl="0"/>
            <a:r>
              <a:rPr/>
              <a:t>Architectural principles and modernization rationale</a:t>
            </a:r>
          </a:p>
          <a:p>
            <a:pPr lvl="0"/>
            <a:r>
              <a:rPr/>
              <a:t>Frozen state analysis and required state transitions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plane-specific specifications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Implementation guides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Project plan details (covered in modernization appendices)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describes the unified behavior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 in Unified Architecture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overlay transport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the composition of these planes operating deterministically.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governed by the Seven Core Concepts, which must appear identically across all UIAO documents: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architectural philosophy and runtime behavior of UIAO.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perimeter-centric, device-centric, and location-centric models with a federated, identity-driven, telemetry-informed control plane system. Each plane is authoritative for its domain, but all planes operate as a single, deterministic system.</a:t>
            </a:r>
          </a:p>
          <a:p>
            <a:pPr lvl="0" indent="0" marL="0">
              <a:buNone/>
            </a:pPr>
            <a:r>
              <a:rPr/>
              <a:t>The architecture is designed to:</a:t>
            </a:r>
          </a:p>
          <a:p>
            <a:pPr lvl="0"/>
            <a:r>
              <a:rPr/>
              <a:t>Eliminate TIC 2.0 bottlenecks</a:t>
            </a:r>
          </a:p>
          <a:p>
            <a:pPr lvl="0"/>
            <a:r>
              <a:rPr/>
              <a:t>Replace static addressing with identity-derived addressing</a:t>
            </a:r>
          </a:p>
          <a:p>
            <a:pPr lvl="0"/>
            <a:r>
              <a:rPr/>
              <a:t>Replace siloed logs with conversation-level telemetry</a:t>
            </a:r>
          </a:p>
          <a:p>
            <a:pPr lvl="0"/>
            <a:r>
              <a:rPr/>
              <a:t>Replace manual governance with automated enforcement</a:t>
            </a:r>
          </a:p>
          <a:p>
            <a:pPr lvl="0"/>
            <a:r>
              <a:rPr/>
              <a:t>Replace perimeter trust with continuous Zero Trust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Architectural Principles</a:t>
            </a:r>
          </a:p>
          <a:p>
            <a:pPr lvl="0" indent="0" marL="0">
              <a:buNone/>
            </a:pPr>
            <a:r>
              <a:rPr/>
              <a:t>The unified architecture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are mandatory across all UIAO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Plane Interactions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&lt;-&gt; Network</a:t>
            </a:r>
          </a:p>
          <a:p>
            <a:pPr lvl="0" indent="0" marL="0">
              <a:buNone/>
            </a:pPr>
            <a:r>
              <a:rPr/>
              <a:t>Identity provides segmentation attributes; network enforces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&lt;-&gt; Addressing</a:t>
            </a:r>
          </a:p>
          <a:p>
            <a:pPr lvl="0" indent="0" marL="0">
              <a:buNone/>
            </a:pPr>
            <a:r>
              <a:rPr/>
              <a:t>Addressing provides deterministic IPs; network uses them for segmentation and telemetry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&lt;-&gt; Telemetry</a:t>
            </a:r>
          </a:p>
          <a:p>
            <a:pPr lvl="0" indent="0" marL="0">
              <a:buNone/>
            </a:pPr>
            <a:r>
              <a:rPr/>
              <a:t>IPAM provides identity-derived IPs; telemetry uses them for location inference and conversation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&lt;-&gt; Security</a:t>
            </a:r>
          </a:p>
          <a:p>
            <a:pPr lvl="0" indent="0" marL="0">
              <a:buNone/>
            </a:pPr>
            <a:r>
              <a:rPr/>
              <a:t>Telemetry provides real-time assurance; security enforces Zero Trust decisions.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&lt;-&gt; Management</a:t>
            </a:r>
          </a:p>
          <a:p>
            <a:pPr lvl="0" indent="0" marL="0">
              <a:buNone/>
            </a:pPr>
            <a:r>
              <a:rPr/>
              <a:t>Security defines policy; management enforces drift detection and remediation.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&lt;-&gt; Identity</a:t>
            </a:r>
          </a:p>
          <a:p>
            <a:pPr lvl="0" indent="0" marL="0">
              <a:buNone/>
            </a:pPr>
            <a:r>
              <a:rPr/>
              <a:t>Device compliance and lifecycle events feed identity assurance.</a:t>
            </a:r>
          </a:p>
          <a:p>
            <a:pPr lvl="0" indent="0" marL="0">
              <a:buNone/>
            </a:pPr>
            <a:r>
              <a:rPr/>
              <a:t>This creates a closed-loop, self-governing architecture.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Frozen State Analysis</a:t>
            </a:r>
          </a:p>
          <a:p>
            <a:pPr lvl="0" indent="0" marL="0">
              <a:buNone/>
            </a:pPr>
            <a:r>
              <a:rPr/>
              <a:t>The unified architecture addresses the following legacy constraints: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Monolithic, 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Email/ticket-based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provides the required state.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unified architecture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Modernization project plans (A-D)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TIC 3.0 use cases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maps to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Analysis table is embedded in Section 6.4.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 Unifiedarchitecture</dc:title>
  <dc:creator>UIAO Modernization Program</dc:creator>
  <cp:keywords/>
  <dcterms:created xsi:type="dcterms:W3CDTF">2026-03-31T17:37:19Z</dcterms:created>
  <dcterms:modified xsi:type="dcterms:W3CDTF">2026-03-31T17:37:19Z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