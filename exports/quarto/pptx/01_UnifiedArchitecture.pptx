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01 Unifiedarchitecture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Unified Identity-Addressing-Overlay Architecture (UIAO)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Unified Architecture Specification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Plane(s)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Architectural Specification (00_Core)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unified architecture of the Unified Identity-Addressing-Overlay (UIAO) system. It integrates all six control planes into a single, coherent, identity-driven, telemetry-informed modernization framework. It serves as the architectural foundation for project plans, compliance mappings, modernization timelines, and executive briefings.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Unified architectural model across all six control planes</a:t>
            </a:r>
          </a:p>
          <a:p>
            <a:pPr lvl="0"/>
            <a:r>
              <a:rPr/>
              <a:t>Cross-plane interactions and dependencies</a:t>
            </a:r>
          </a:p>
          <a:p>
            <a:pPr lvl="0"/>
            <a:r>
              <a:rPr/>
              <a:t>Core concepts and runtime behavior</a:t>
            </a:r>
          </a:p>
          <a:p>
            <a:pPr lvl="0"/>
            <a:r>
              <a:rPr/>
              <a:t>Architectural principles and modernization rationale</a:t>
            </a:r>
          </a:p>
          <a:p>
            <a:pPr lvl="0"/>
            <a:r>
              <a:rPr/>
              <a:t>Frozen state analysis and required state transitions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plane-specific specifications (see </a:t>
            </a:r>
            <a:r>
              <a:rPr>
                <a:latin typeface="Courier"/>
              </a:rPr>
              <a:t>00_ControlPlaneArchitecture.md</a:t>
            </a:r>
            <a:r>
              <a:rPr/>
              <a:t>)</a:t>
            </a:r>
          </a:p>
          <a:p>
            <a:pPr lvl="0"/>
            <a:r>
              <a:rPr/>
              <a:t>Implementation guides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Project plan details (covered in modernization appendices)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describes the unified behavior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 in Unified Architecture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and assurance engine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and overlay transport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 and DNS/DHCP authority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&amp;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and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&amp;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 and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Governance, 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the composition of these planes operating deterministically.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is governed by the Seven Core Concepts, which must appear identically across all UIAO documents:</a:t>
            </a:r>
          </a:p>
          <a:p>
            <a:pPr lvl="0" indent="-342900" marL="342900">
              <a:buAutoNum type="arabicPeriod"/>
            </a:pPr>
            <a:r>
              <a:rPr/>
              <a:t>Conversation as the atomic unit</a:t>
            </a:r>
          </a:p>
          <a:p>
            <a:pPr lvl="0" indent="-342900" marL="342900">
              <a:buAutoNum type="arabicPeriod"/>
            </a:pPr>
            <a:r>
              <a:rPr/>
              <a:t>Identity as the root namespace</a:t>
            </a:r>
          </a:p>
          <a:p>
            <a:pPr lvl="0" indent="-342900" marL="342900">
              <a:buAutoNum type="arabicPeriod"/>
            </a:pPr>
            <a:r>
              <a:rPr/>
              <a:t>Deterministic addressing</a:t>
            </a:r>
          </a:p>
          <a:p>
            <a:pPr lvl="0" indent="-342900" marL="342900">
              <a:buAutoNum type="arabicPeriod"/>
            </a:pPr>
            <a:r>
              <a:rPr/>
              <a:t>Certificate-anchored overlay</a:t>
            </a:r>
          </a:p>
          <a:p>
            <a:pPr lvl="0" indent="-342900" marL="342900">
              <a:buAutoNum type="arabicPeriod"/>
            </a:pPr>
            <a:r>
              <a:rPr/>
              <a:t>Telemetry as control</a:t>
            </a:r>
          </a:p>
          <a:p>
            <a:pPr lvl="0" indent="-342900" marL="342900">
              <a:buAutoNum type="arabicPeriod"/>
            </a:pPr>
            <a:r>
              <a:rPr/>
              <a:t>Embedded governance &amp; automation</a:t>
            </a:r>
          </a:p>
          <a:p>
            <a:pPr lvl="0" indent="-342900" marL="342900">
              <a:buAutoNum type="arabicPeriod"/>
            </a:pPr>
            <a:r>
              <a:rPr/>
              <a:t>Public service first</a:t>
            </a:r>
          </a:p>
          <a:p>
            <a:pPr lvl="0" indent="0" marL="0">
              <a:buNone/>
            </a:pPr>
            <a:r>
              <a:rPr/>
              <a:t>These concepts define the architectural philosophy and runtime behavior of UIAO.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Overview</a:t>
            </a:r>
          </a:p>
          <a:p>
            <a:pPr lvl="0" indent="0" marL="0">
              <a:buNone/>
            </a:pPr>
            <a:r>
              <a:rPr/>
              <a:t>The UIAO architecture replaces legacy perimeter-centric, device-centric, and location-centric models with a federated, identity-driven, telemetry-informed control plane system. Each plane is authoritative for its domain, but all planes operate as a single, deterministic system.</a:t>
            </a:r>
          </a:p>
          <a:p>
            <a:pPr lvl="0" indent="0" marL="0">
              <a:buNone/>
            </a:pPr>
            <a:r>
              <a:rPr/>
              <a:t>The architecture is designed to:</a:t>
            </a:r>
          </a:p>
          <a:p>
            <a:pPr lvl="0"/>
            <a:r>
              <a:rPr/>
              <a:t>Eliminate TIC 2.0 bottlenecks</a:t>
            </a:r>
          </a:p>
          <a:p>
            <a:pPr lvl="0"/>
            <a:r>
              <a:rPr/>
              <a:t>Replace static addressing with identity-derived addressing</a:t>
            </a:r>
          </a:p>
          <a:p>
            <a:pPr lvl="0"/>
            <a:r>
              <a:rPr/>
              <a:t>Replace siloed logs with conversation-level telemetry</a:t>
            </a:r>
          </a:p>
          <a:p>
            <a:pPr lvl="0"/>
            <a:r>
              <a:rPr/>
              <a:t>Replace manual governance with automated enforcement</a:t>
            </a:r>
          </a:p>
          <a:p>
            <a:pPr lvl="0"/>
            <a:r>
              <a:rPr/>
              <a:t>Replace perimeter trust with continuous Zero Trust evaluation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Architectural Principles</a:t>
            </a:r>
          </a:p>
          <a:p>
            <a:pPr lvl="0" indent="0" marL="0">
              <a:buNone/>
            </a:pPr>
            <a:r>
              <a:rPr/>
              <a:t>The unified architecture is governed by the following principles:</a:t>
            </a:r>
          </a:p>
          <a:p>
            <a:pPr lvl="0"/>
            <a:r>
              <a:rPr/>
              <a:t>Zero Trust by default</a:t>
            </a:r>
          </a:p>
          <a:p>
            <a:pPr lvl="0"/>
            <a:r>
              <a:rPr/>
              <a:t>Identity as the new perimeter</a:t>
            </a:r>
          </a:p>
          <a:p>
            <a:pPr lvl="0"/>
            <a:r>
              <a:rPr/>
              <a:t>Telemetry as the truth source</a:t>
            </a:r>
          </a:p>
          <a:p>
            <a:pPr lvl="0"/>
            <a:r>
              <a:rPr/>
              <a:t>Cloud-first routing</a:t>
            </a:r>
          </a:p>
          <a:p>
            <a:pPr lvl="0"/>
            <a:r>
              <a:rPr/>
              <a:t>Incremental modernization (no big-bang)</a:t>
            </a:r>
          </a:p>
          <a:p>
            <a:pPr lvl="0"/>
            <a:r>
              <a:rPr/>
              <a:t>FedRAMP-aligned controls</a:t>
            </a:r>
          </a:p>
          <a:p>
            <a:pPr lvl="0"/>
            <a:r>
              <a:rPr/>
              <a:t>Modular, extensible architecture</a:t>
            </a:r>
          </a:p>
          <a:p>
            <a:pPr lvl="0" indent="0" marL="0">
              <a:buNone/>
            </a:pPr>
            <a:r>
              <a:rPr/>
              <a:t>These principles are mandatory across all UIAO implementations.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Plane Interactions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&lt;-&gt; Network</a:t>
            </a:r>
          </a:p>
          <a:p>
            <a:pPr lvl="0" indent="0" marL="0">
              <a:buNone/>
            </a:pPr>
            <a:r>
              <a:rPr/>
              <a:t>Identity provides segmentation attributes; network enforces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&lt;-&gt; Addressing</a:t>
            </a:r>
          </a:p>
          <a:p>
            <a:pPr lvl="0" indent="0" marL="0">
              <a:buNone/>
            </a:pPr>
            <a:r>
              <a:rPr/>
              <a:t>Addressing provides deterministic IPs; network uses them for segmentation and telemetry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&lt;-&gt; Telemetry</a:t>
            </a:r>
          </a:p>
          <a:p>
            <a:pPr lvl="0" indent="0" marL="0">
              <a:buNone/>
            </a:pPr>
            <a:r>
              <a:rPr/>
              <a:t>IPAM provides identity-derived IPs; telemetry uses them for location inference and conversation correlation.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&lt;-&gt; Security</a:t>
            </a:r>
          </a:p>
          <a:p>
            <a:pPr lvl="0" indent="0" marL="0">
              <a:buNone/>
            </a:pPr>
            <a:r>
              <a:rPr/>
              <a:t>Telemetry provides real-time assurance; security enforces Zero Trust decisions.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&lt;-&gt; Management</a:t>
            </a:r>
          </a:p>
          <a:p>
            <a:pPr lvl="0" indent="0" marL="0">
              <a:buNone/>
            </a:pPr>
            <a:r>
              <a:rPr/>
              <a:t>Security defines policy; management enforces drift detection and remediation.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&lt;-&gt; Identity</a:t>
            </a:r>
          </a:p>
          <a:p>
            <a:pPr lvl="0" indent="0" marL="0">
              <a:buNone/>
            </a:pPr>
            <a:r>
              <a:rPr/>
              <a:t>Device compliance and lifecycle events feed identity assurance.</a:t>
            </a:r>
          </a:p>
          <a:p>
            <a:pPr lvl="0" indent="0" marL="0">
              <a:buNone/>
            </a:pPr>
            <a:r>
              <a:rPr/>
              <a:t>This creates a closed-loop, self-governing architecture.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Frozen State Analysis</a:t>
            </a:r>
          </a:p>
          <a:p>
            <a:pPr lvl="0" indent="0" marL="0">
              <a:buNone/>
            </a:pPr>
            <a:r>
              <a:rPr/>
              <a:t>The unified architecture addresses the following legacy constraints: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Required State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 AD, siloed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identity graph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identity-derived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Monolithic, 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Conversation-level correlation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Email/ticket-based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unified architecture provides the required state.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operates on conversations as the atomic unit of runtime behavior.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-342900" marL="342900">
              <a:buAutoNum type="arabicPeriod"/>
            </a:pPr>
            <a:r>
              <a:rPr/>
              <a:t>Identity initiates</a:t>
            </a:r>
          </a:p>
          <a:p>
            <a:pPr lvl="0" indent="-342900" marL="342900">
              <a:buAutoNum type="arabicPeriod"/>
            </a:pPr>
            <a:r>
              <a:rPr/>
              <a:t>Addressing binds</a:t>
            </a:r>
          </a:p>
          <a:p>
            <a:pPr lvl="0" indent="-342900" marL="342900">
              <a:buAutoNum type="arabicPeriod"/>
            </a:pPr>
            <a:r>
              <a:rPr/>
              <a:t>Certificates authenticate</a:t>
            </a:r>
          </a:p>
          <a:p>
            <a:pPr lvl="0" indent="-342900" marL="342900">
              <a:buAutoNum type="arabicPeriod"/>
            </a:pPr>
            <a:r>
              <a:rPr/>
              <a:t>Overlay establishes path</a:t>
            </a:r>
          </a:p>
          <a:p>
            <a:pPr lvl="0" indent="-342900" marL="342900">
              <a:buAutoNum type="arabicPeriod"/>
            </a:pPr>
            <a:r>
              <a:rPr/>
              <a:t>Telemetry validates</a:t>
            </a:r>
          </a:p>
          <a:p>
            <a:pPr lvl="0" indent="-342900" marL="342900">
              <a:buAutoNum type="arabicPeriod"/>
            </a:pPr>
            <a:r>
              <a:rPr/>
              <a:t>Policy evaluates continuously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identity, boundary, telemetry, and assurance inputs, the system must produce the same decision across:</a:t>
            </a:r>
          </a:p>
          <a:p>
            <a:pPr lvl="0"/>
            <a:r>
              <a:rPr/>
              <a:t>Clouds</a:t>
            </a:r>
          </a:p>
          <a:p>
            <a:pPr lvl="0"/>
            <a:r>
              <a:rPr/>
              <a:t>Agencies</a:t>
            </a:r>
          </a:p>
          <a:p>
            <a:pPr lvl="0"/>
            <a:r>
              <a:rPr/>
              <a:t>Implementations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modifies routing, access, and segmentation decisions in real time.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7.4 Assurance Signals</a:t>
            </a:r>
          </a:p>
          <a:p>
            <a:pPr lvl="0"/>
            <a:r>
              <a:rPr/>
              <a:t>Identity assurance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Path quality</a:t>
            </a:r>
          </a:p>
          <a:p>
            <a:pPr lvl="0"/>
            <a:r>
              <a:rPr/>
              <a:t>Location inference</a:t>
            </a:r>
          </a:p>
          <a:p>
            <a:pPr lvl="0"/>
            <a:r>
              <a:rPr/>
              <a:t>Certificate validity</a:t>
            </a:r>
          </a:p>
          <a:p>
            <a:pPr lvl="0" indent="0" marL="0">
              <a:buNone/>
            </a:pPr>
            <a:r>
              <a:rPr/>
              <a:t>These signals drive continuous policy evaluation.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FedRAMP 20x Alignment</a:t>
            </a:r>
          </a:p>
          <a:p>
            <a:pPr lvl="0" indent="0" marL="0">
              <a:buNone/>
            </a:pPr>
            <a:r>
              <a:rPr/>
              <a:t>The unified architecture supports:</a:t>
            </a:r>
          </a:p>
          <a:p>
            <a:pPr lvl="0"/>
            <a:r>
              <a:rPr/>
              <a:t>Class C (Moderate)</a:t>
            </a:r>
          </a:p>
          <a:p>
            <a:pPr lvl="0"/>
            <a:r>
              <a:rPr/>
              <a:t>Telemetry-based validation</a:t>
            </a:r>
          </a:p>
          <a:p>
            <a:pPr lvl="0"/>
            <a:r>
              <a:rPr/>
              <a:t>OSCAL machine-readability</a:t>
            </a:r>
          </a:p>
          <a:p>
            <a:pPr lvl="0"/>
            <a:r>
              <a:rPr/>
              <a:t>Automated evidence generation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NIST 800-53 Rev 5 Controls</a:t>
            </a:r>
          </a:p>
          <a:p>
            <a:pPr lvl="0" indent="0" marL="0">
              <a:buNone/>
            </a:pPr>
            <a:r>
              <a:rPr/>
              <a:t>Mapped via the canonical crosswalk: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 Name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Flow Enforcement (segmentation)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Identification and Authentication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Authenticator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Component Inventory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Transmission Confidentiality and Integrity (mTLS)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CA-7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 Monitoring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SI-4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Information System Monitoring (telemetry)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8.3 KSI Categories</a:t>
            </a:r>
          </a:p>
          <a:p>
            <a:pPr lvl="0"/>
            <a:r>
              <a:rPr/>
              <a:t>KSI-IAM</a:t>
            </a:r>
          </a:p>
          <a:p>
            <a:pPr lvl="0"/>
            <a:r>
              <a:rPr/>
              <a:t>KSI-PIY</a:t>
            </a:r>
          </a:p>
          <a:p>
            <a:pPr lvl="0"/>
            <a:r>
              <a:rPr/>
              <a:t>KSI-MLA</a:t>
            </a:r>
          </a:p>
          <a:p>
            <a:pPr lvl="0"/>
            <a:r>
              <a:rPr/>
              <a:t>KSI-SVC</a:t>
            </a:r>
          </a:p>
          <a:p>
            <a:pPr lvl="0"/>
            <a:r>
              <a:rPr/>
              <a:t>KSI-CMT</a:t>
            </a:r>
          </a:p>
          <a:p>
            <a:pPr lvl="0"/>
            <a:r>
              <a:rPr/>
              <a:t>KSI-CNA</a:t>
            </a:r>
          </a:p>
          <a:p>
            <a:pPr lvl="0"/>
            <a:r>
              <a:rPr/>
              <a:t>KSI-CED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&amp;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HRIS</a:t>
            </a:r>
          </a:p>
          <a:p>
            <a:pPr lvl="0"/>
            <a:r>
              <a:rPr/>
              <a:t>PKI</a:t>
            </a:r>
          </a:p>
          <a:p>
            <a:pPr lvl="0"/>
            <a:r>
              <a:rPr/>
              <a:t>CMDB</a:t>
            </a:r>
          </a:p>
          <a:p>
            <a:pPr lvl="0"/>
            <a:r>
              <a:rPr/>
              <a:t>Network underlay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Modernization project plans (A-D)</a:t>
            </a:r>
          </a:p>
          <a:p>
            <a:pPr lvl="0"/>
            <a:r>
              <a:rPr/>
              <a:t>FedRAMP crosswalk</a:t>
            </a:r>
          </a:p>
          <a:p>
            <a:pPr lvl="0"/>
            <a:r>
              <a:rPr/>
              <a:t>Leadership briefing</a:t>
            </a:r>
          </a:p>
          <a:p>
            <a:pPr lvl="0"/>
            <a:r>
              <a:rPr/>
              <a:t>TIC 3.0 use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maps to all phases of the modernization timeline.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&amp; Drift Controls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Element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 of Authority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 (human identity), Network architecture (addressing), System owners (configuration), PKI (credential trust)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CMDB reconciliation, Intune compliance, SD-WAN overlay validation, IPAM reconciliation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Remediation Workflow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Automated ServiceNow change, Conditional Access enforcement, Certificate renewal, IPAM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Anchors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Entra ID logs, Infoblox API records, SD-WAN telemetry, Intune compliance reports, ServiceNow audit trails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Analysis table is embedded in Section 6.4.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Crosswalk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data/crosswalk-index.yml</a:t>
            </a:r>
            <a:r>
              <a:rPr i="1"/>
              <a:t> and </a:t>
            </a:r>
            <a:r>
              <a:rPr i="1">
                <a:latin typeface="Courier"/>
              </a:rPr>
              <a:t>docs/fedramp22_summary_v1.0.md</a:t>
            </a:r>
            <a:r>
              <a:rPr i="1"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of Changes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01 Unifiedarchitecture</dc:title>
  <dc:creator>UIAO Modernization Program</dc:creator>
  <cp:keywords/>
  <dcterms:created xsi:type="dcterms:W3CDTF">2026-03-31T17:20:50Z</dcterms:created>
  <dcterms:modified xsi:type="dcterms:W3CDTF">2026-03-31T17:20:50Z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