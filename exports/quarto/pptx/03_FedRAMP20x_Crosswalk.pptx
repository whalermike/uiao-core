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03 Fedramp20X Crosswalk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FedRAMP 20x Compliance Crosswalk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Crosswalk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FedRAMP 20x compliance crosswalk for the Unified Identity-Addressing-Overlay (UIAO) architecture. It maps UIAO’s core concepts, control planes, and runtime model to the NIST SP 800-53 Rev 5 controls required for a FedRAMP Moderate (Class C) authorization under the 20x telemetry-based validation framework.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Mapping of UIAO concepts to NIST 800-53 Rev 5 controls</a:t>
            </a:r>
          </a:p>
          <a:p>
            <a:pPr lvl="0"/>
            <a:r>
              <a:rPr/>
              <a:t>KSI (Key Security Indicator) alignment</a:t>
            </a:r>
          </a:p>
          <a:p>
            <a:pPr lvl="0"/>
            <a:r>
              <a:rPr/>
              <a:t>Evidence sources for telemetry-based validation</a:t>
            </a:r>
          </a:p>
          <a:p>
            <a:pPr lvl="0"/>
            <a:r>
              <a:rPr/>
              <a:t>Mandatory 2026 infrastructure requirements</a:t>
            </a:r>
          </a:p>
          <a:p>
            <a:pPr lvl="0"/>
            <a:r>
              <a:rPr/>
              <a:t>Audit anchors and continuous monitoring expectations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 deployment guides</a:t>
            </a:r>
          </a:p>
          <a:p>
            <a:pPr lvl="0"/>
            <a:r>
              <a:rPr/>
              <a:t>Project plan sequencing (covered in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crosswalk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assurance, MFA, lifecycle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routing, overlay security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monitoring, KSI generation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remediation workflows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contributes evidence to FedRAMP 20x telemetry validation.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maps the Seven Core Concepts to NIST controls: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 → AC-4, SI-4</a:t>
            </a:r>
          </a:p>
          <a:p>
            <a:pPr lvl="0" indent="-342900" marL="342900">
              <a:buAutoNum type="arabicPeriod"/>
            </a:pPr>
            <a:r>
              <a:rPr/>
              <a:t>Identity as the root namespace → IA-2, AC-2</a:t>
            </a:r>
          </a:p>
          <a:p>
            <a:pPr lvl="0" indent="-342900" marL="342900">
              <a:buAutoNum type="arabicPeriod"/>
            </a:pPr>
            <a:r>
              <a:rPr/>
              <a:t>Deterministic addressing → CM-8, AC-4</a:t>
            </a:r>
          </a:p>
          <a:p>
            <a:pPr lvl="0" indent="-342900" marL="342900">
              <a:buAutoNum type="arabicPeriod"/>
            </a:pPr>
            <a:r>
              <a:rPr/>
              <a:t>Certificate-anchored overlay → SC-8, IA-5</a:t>
            </a:r>
          </a:p>
          <a:p>
            <a:pPr lvl="0" indent="-342900" marL="342900">
              <a:buAutoNum type="arabicPeriod"/>
            </a:pPr>
            <a:r>
              <a:rPr/>
              <a:t>Telemetry as control → CA-7, SI-4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 → CM-2, CM-3</a:t>
            </a:r>
          </a:p>
          <a:p>
            <a:pPr lvl="0" indent="-342900" marL="342900">
              <a:buAutoNum type="arabicPeriod"/>
            </a:pPr>
            <a:r>
              <a:rPr/>
              <a:t>Public service first → PT-2 (privacy and minimization)</a:t>
            </a:r>
          </a:p>
          <a:p>
            <a:pPr lvl="0" indent="0" marL="0">
              <a:buNone/>
            </a:pPr>
            <a:r>
              <a:rPr/>
              <a:t>These mappings are frozen and must appear identically across all UIAO compliance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FedRAMP 20x Overview</a:t>
            </a:r>
          </a:p>
          <a:p>
            <a:pPr lvl="0" indent="0" marL="0">
              <a:buNone/>
            </a:pPr>
            <a:r>
              <a:rPr/>
              <a:t>FedRAMP 20x replaces narrative-based compliance with telemetry-based validation, requiring:</a:t>
            </a:r>
          </a:p>
          <a:p>
            <a:pPr lvl="0"/>
            <a:r>
              <a:rPr/>
              <a:t>Machine-readable OSCAL packages</a:t>
            </a:r>
          </a:p>
          <a:p>
            <a:pPr lvl="0"/>
            <a:r>
              <a:rPr/>
              <a:t>Real-time Key Security Indicators (KSIs)</a:t>
            </a:r>
          </a:p>
          <a:p>
            <a:pPr lvl="0"/>
            <a:r>
              <a:rPr/>
              <a:t>Automated evidence generation</a:t>
            </a:r>
          </a:p>
          <a:p>
            <a:pPr lvl="0"/>
            <a:r>
              <a:rPr/>
              <a:t>Continuous monitoring (CA-7)</a:t>
            </a:r>
          </a:p>
          <a:p>
            <a:pPr lvl="0"/>
            <a:r>
              <a:rPr/>
              <a:t>Identity-anchored access control</a:t>
            </a:r>
          </a:p>
          <a:p>
            <a:pPr lvl="0"/>
            <a:r>
              <a:rPr/>
              <a:t>Deterministic asset inventory</a:t>
            </a:r>
          </a:p>
          <a:p>
            <a:pPr lvl="0" indent="0" marL="0">
              <a:buNone/>
            </a:pPr>
            <a:r>
              <a:rPr/>
              <a:t>UIAO is designed explicitly to satisfy these requirements.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Fundamental Concept Mapping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 Source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 as Atomic Unit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flow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 Root Namespace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 / AC-2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&amp; CyberArk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 / 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BloxOne DDI API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Certificate-Anchored Overlay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 / 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mTLS configuration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 / 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&amp; SD-WAN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Embedded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GitHub YAML baseline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 Service First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PT-2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overlay minimization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mappings are canonical and must not be altered.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UIAO’s runtime model directly supports FedRAMP 20x telemetry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Telemetry</a:t>
            </a:r>
          </a:p>
          <a:p>
            <a:pPr lvl="0" indent="0" marL="0">
              <a:buNone/>
            </a:pPr>
            <a:r>
              <a:rPr/>
              <a:t>Every conversation produces:</a:t>
            </a:r>
          </a:p>
          <a:p>
            <a:pPr lvl="0"/>
            <a:r>
              <a:rPr/>
              <a:t>Identity metadata</a:t>
            </a:r>
          </a:p>
          <a:p>
            <a:pPr lvl="0"/>
            <a:r>
              <a:rPr/>
              <a:t>Addressing metadata</a:t>
            </a:r>
          </a:p>
          <a:p>
            <a:pPr lvl="0"/>
            <a:r>
              <a:rPr/>
              <a:t>Certificate metadata</a:t>
            </a:r>
          </a:p>
          <a:p>
            <a:pPr lvl="0"/>
            <a:r>
              <a:rPr/>
              <a:t>Path and QoS telemetry</a:t>
            </a:r>
          </a:p>
          <a:p>
            <a:pPr lvl="0"/>
            <a:r>
              <a:rPr/>
              <a:t>Security and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Evidence</a:t>
            </a:r>
          </a:p>
          <a:p>
            <a:pPr lvl="0" indent="0" marL="0">
              <a:buNone/>
            </a:pPr>
            <a:r>
              <a:rPr/>
              <a:t>Given identical inputs, UIAO produces identical telemetry outputs — enabling reproducible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Monitoring</a:t>
            </a:r>
          </a:p>
          <a:p>
            <a:pPr lvl="0" indent="0" marL="0">
              <a:buNone/>
            </a:pPr>
            <a:r>
              <a:rPr/>
              <a:t>Telemetry feeds:</a:t>
            </a:r>
          </a:p>
          <a:p>
            <a:pPr lvl="0"/>
            <a:r>
              <a:rPr/>
              <a:t>CA-7 continuous monitoring</a:t>
            </a:r>
          </a:p>
          <a:p>
            <a:pPr lvl="0"/>
            <a:r>
              <a:rPr/>
              <a:t>SI-4 anomaly detection</a:t>
            </a:r>
          </a:p>
          <a:p>
            <a:pPr lvl="0"/>
            <a:r>
              <a:rPr/>
              <a:t>AC-4 segmentation enforcement</a:t>
            </a:r>
          </a:p>
          <a:p>
            <a:pPr lvl="0"/>
            <a:r>
              <a:rPr/>
              <a:t>SC-8 certificate validation</a:t>
            </a:r>
          </a:p>
          <a:p>
            <a:pPr lvl="0" indent="0" marL="0">
              <a:buNone/>
            </a:pPr>
            <a:r>
              <a:rPr/>
              <a:t>This satisfies FedRAMP’s requirement for machine-generated evidence.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Mandatory 2026 Infrastructure Requirements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Deadline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NTC-0003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Security Inbox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2026-01-05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RFC-0024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OSCAL Machine-Readability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M-24-15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Phishing-Resistant MFA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satisfies all three through Entra ID, SD-WAN telemetry, and GitHub-based governance.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Audit Anchor Summary</a:t>
            </a:r>
          </a:p>
          <a:p>
            <a:pPr lvl="0" indent="0" marL="0">
              <a:buNone/>
            </a:pPr>
            <a:r>
              <a:rPr/>
              <a:t>UIAO provides continuous telemetry via:</a:t>
            </a:r>
          </a:p>
          <a:p>
            <a:pPr lvl="0"/>
            <a:r>
              <a:rPr b="1"/>
              <a:t>Identity Pillar:</a:t>
            </a:r>
            <a:r>
              <a:rPr/>
              <a:t> Entra ID MFA, PIV/FIDO2</a:t>
            </a:r>
          </a:p>
          <a:p>
            <a:pPr lvl="0"/>
            <a:r>
              <a:rPr b="1"/>
              <a:t>Addressing Pillar:</a:t>
            </a:r>
            <a:r>
              <a:rPr/>
              <a:t> Infoblox deterministic IPAM</a:t>
            </a:r>
          </a:p>
          <a:p>
            <a:pPr lvl="0"/>
            <a:r>
              <a:rPr b="1"/>
              <a:t>Overlay Pillar:</a:t>
            </a:r>
            <a:r>
              <a:rPr/>
              <a:t> SD-WAN mTLS service chain</a:t>
            </a:r>
          </a:p>
          <a:p>
            <a:pPr lvl="0"/>
            <a:r>
              <a:rPr b="1"/>
              <a:t>Telemetry Pillar:</a:t>
            </a:r>
            <a:r>
              <a:rPr/>
              <a:t> M365, SD-WAN, DNS, endpoint signals</a:t>
            </a:r>
          </a:p>
          <a:p>
            <a:pPr lvl="0" indent="0" marL="0">
              <a:buNone/>
            </a:pPr>
            <a:r>
              <a:rPr/>
              <a:t>These anchors form the evidence base for FedRAMP 20x.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KSI Definitions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authentication logs (Entra ID)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asset inventory (Infoblox)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health &amp; path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enforcement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drift detection (GitHub YAML)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Packet-level identity metadata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minimization enforcement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KSIs are mandatory for FedRAMP 20x validation.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 (Workstream A)</a:t>
            </a:r>
          </a:p>
          <a:p>
            <a:pPr lvl="0"/>
            <a:r>
              <a:rPr/>
              <a:t>SD-WAN HLD/LLD (Workstream B)</a:t>
            </a:r>
          </a:p>
          <a:p>
            <a:pPr lvl="0"/>
            <a:r>
              <a:rPr/>
              <a:t>IPAM modernization (Workstream C)</a:t>
            </a:r>
          </a:p>
          <a:p>
            <a:pPr lvl="0"/>
            <a:r>
              <a:rPr/>
              <a:t>Telemetry integration (Workstream 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Cloud &amp; Branch packages</a:t>
            </a:r>
          </a:p>
          <a:p>
            <a:pPr lvl="0"/>
            <a:r>
              <a:rPr/>
              <a:t>FedRAMP annual assessment</a:t>
            </a:r>
          </a:p>
          <a:p>
            <a:pPr lvl="0"/>
            <a:r>
              <a:rPr/>
              <a:t>Continuous monitoring dashboards</a:t>
            </a:r>
          </a:p>
          <a:p>
            <a:pPr lvl="0"/>
            <a:r>
              <a:rPr/>
              <a:t>Governance workflows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aligns with Months 3-6 of the modernization timeline.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GitHub YAML baseline comparison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Fundamental Concept Mapping table is in Section 6.2. KSI Definitions table is in Section 8.3. Mandatory 2026 Requirements table is in Section 8.1.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KSI Reference Model</a:t>
            </a:r>
          </a:p>
          <a:p>
            <a:pPr lvl="0" indent="0" marL="0">
              <a:buNone/>
            </a:pPr>
            <a:r>
              <a:rPr i="1"/>
              <a:t>KSI definitions are in Section 8.3. Machine-readable KSI mappings are in </a:t>
            </a:r>
            <a:r>
              <a:rPr i="1">
                <a:latin typeface="Courier"/>
              </a:rPr>
              <a:t>data/crosswalk-index.yml</a:t>
            </a:r>
            <a:r>
              <a:rPr i="1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 Fedramp20X Crosswalk</dc:title>
  <dc:creator>UIAO Modernization Program</dc:creator>
  <cp:keywords/>
  <dcterms:created xsi:type="dcterms:W3CDTF">2026-03-31T17:33:08Z</dcterms:created>
  <dcterms:modified xsi:type="dcterms:W3CDTF">2026-03-31T17:33:08Z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