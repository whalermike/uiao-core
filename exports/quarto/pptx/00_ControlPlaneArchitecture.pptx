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0_CorePrinciples.md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3,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eight core principles governing UIAO are defined in a single source-of-truth document:</a:t>
            </a:r>
          </a:p>
          <a:p>
            <a:pPr lvl="0" indent="0" marL="1270000">
              <a:buNone/>
            </a:pPr>
            <a:r>
              <a:rPr sz="2000" b="1"/>
              <a:t>Canonical reference:</a:t>
            </a:r>
            <a:r>
              <a:rPr sz="2000"/>
              <a:t> </a:t>
            </a:r>
            <a:r>
              <a:rPr sz="2000">
                <a:hlinkClick r:id="rId2"/>
              </a:rPr>
              <a:t>00_CorePrinciples.md</a:t>
            </a:r>
          </a:p>
          <a:p>
            <a:pPr lvl="0" indent="0" marL="0">
              <a:buNone/>
            </a:pPr>
            <a:r>
              <a:rPr/>
              <a:t>All UIAO documents MUST reference that file rather than duplicating principle text. Any expansion, amendment, or reordering of the principles MUST occur in </a:t>
            </a:r>
            <a:r>
              <a:rPr>
                <a:latin typeface="Courier"/>
              </a:rPr>
              <a:t>00_CorePrinciples.md</a:t>
            </a:r>
            <a:r>
              <a:rPr/>
              <a:t> first; downstream documents inherit by pointer.</a:t>
            </a:r>
          </a:p>
          <a:p>
            <a:pPr lvl="0" indent="0" marL="0">
              <a:buNone/>
            </a:pPr>
            <a:r>
              <a:rPr/>
              <a:t>For quick orientation the eight principles are:</a:t>
            </a:r>
          </a:p>
          <a:p>
            <a:pPr lvl="0" indent="-342900" marL="342900">
              <a:buAutoNum type="arabicPeriod"/>
            </a:pPr>
            <a:r>
              <a:rPr/>
              <a:t>Single Source of Truth (SSOT)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See </a:t>
            </a:r>
            <a:r>
              <a:rPr>
                <a:latin typeface="Courier"/>
              </a:rPr>
              <a:t>00_CorePrinciples.md</a:t>
            </a:r>
            <a:r>
              <a:rPr/>
              <a:t> for full definitions, rationale, and compliance anchors.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2026-04-03T14:31:41Z</dcterms:created>
  <dcterms:modified xsi:type="dcterms:W3CDTF">2026-04-03T14:31:41Z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April 3,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