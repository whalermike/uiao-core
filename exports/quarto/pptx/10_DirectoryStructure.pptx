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Directorystructure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Canonical Directory Structure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Repository Structure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authoritative directory structure for the Unified Identity-Addressing-Overlay (UIAO) repository. It establishes the canonical layout, naming conventions, numbering rules, and document placement required to maintain a deterministic, drift-resistant, self-navigating modernization canon.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folder structure</a:t>
            </a:r>
          </a:p>
          <a:p>
            <a:pPr lvl="0"/>
            <a:r>
              <a:rPr/>
              <a:t>Naming conventions</a:t>
            </a:r>
          </a:p>
          <a:p>
            <a:pPr lvl="0"/>
            <a:r>
              <a:rPr/>
              <a:t>Numbering rules</a:t>
            </a:r>
          </a:p>
          <a:p>
            <a:pPr lvl="0"/>
            <a:r>
              <a:rPr/>
              <a:t>Document placement rules</a:t>
            </a:r>
          </a:p>
          <a:p>
            <a:pPr lvl="0"/>
            <a:r>
              <a:rPr/>
              <a:t>Cross-reference expectations</a:t>
            </a:r>
          </a:p>
          <a:p>
            <a:pPr lvl="0"/>
            <a:r>
              <a:rPr/>
              <a:t>Governance and drift-control requirements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GitHub Actions workflows</a:t>
            </a:r>
          </a:p>
          <a:p>
            <a:pPr lvl="0"/>
            <a:r>
              <a:rPr/>
              <a:t>Build pipelines</a:t>
            </a:r>
          </a:p>
          <a:p>
            <a:pPr lvl="0"/>
            <a:r>
              <a:rPr/>
              <a:t>Export automation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supports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for identity-aligned documents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SD-WAN, segmentation, routing artifacts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INR, E911, SIEM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FedRAMP, TIC 3.0,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 detection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has a predictable location in the repository.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Document relationships reflect runtime flow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Identity documents appear first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Numbering is deterministic and stable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Security documents grouped consistently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documents grouped under compliance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Structure supports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Clear, accessible, predictable layout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Canonical Directory Layout</a:t>
            </a:r>
          </a:p>
          <a:p>
            <a:pPr lvl="0" indent="0" marL="0">
              <a:buNone/>
            </a:pPr>
            <a:r>
              <a:rPr/>
              <a:t>The UIAO repository uses a 12-document canon organized into four phases:</a:t>
            </a:r>
          </a:p>
          <a:p>
            <a:pPr lvl="0" indent="0">
              <a:buNone/>
            </a:pPr>
            <a:r>
              <a:rPr>
                <a:latin typeface="Courier"/>
              </a:rPr>
              <a:t>/docs
   00_ControlPlaneArchitecture.md
   01_UnifiedArchitecture.md
   02_CanonSpecification.md
   03_FedRAMP20x_Crosswalk.md
   04_FedRAMP20x_Phase2_Summary.md
   05_ManagementStack.md
   06_ProgramVision.md
   07_LeadershipBriefing.md
   08_ModernizationTimeline.md
   09_CrosswalkIndex.md
   10_DirectoryStructure.md
   11_GlossaryAndDefinitions.md</a:t>
            </a:r>
          </a:p>
          <a:p>
            <a:pPr lvl="0" indent="0" marL="0">
              <a:buNone/>
            </a:pPr>
            <a:r>
              <a:rPr/>
              <a:t>This structure is deterministic and must not be altered.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Numbering Rules</a:t>
            </a:r>
          </a:p>
          <a:p>
            <a:pPr lvl="0" indent="0" marL="0">
              <a:buNone/>
            </a:pPr>
            <a:r>
              <a:rPr b="1"/>
              <a:t>Rule 1 — Two-Digit Prefix</a:t>
            </a:r>
          </a:p>
          <a:p>
            <a:pPr lvl="0" indent="0" marL="0">
              <a:buNone/>
            </a:pPr>
            <a:r>
              <a:rPr/>
              <a:t>Every document begins with a two-digit prefix:</a:t>
            </a:r>
          </a:p>
          <a:p>
            <a:pPr lvl="0"/>
            <a:r>
              <a:rPr/>
              <a:t>00-02: Foundational Architecture</a:t>
            </a:r>
          </a:p>
          <a:p>
            <a:pPr lvl="0"/>
            <a:r>
              <a:rPr/>
              <a:t>03-05: Compliance and Governance</a:t>
            </a:r>
          </a:p>
          <a:p>
            <a:pPr lvl="0"/>
            <a:r>
              <a:rPr/>
              <a:t>06-08: Program and Leadership</a:t>
            </a:r>
          </a:p>
          <a:p>
            <a:pPr lvl="0"/>
            <a:r>
              <a:rPr/>
              <a:t>09-11: Index and Metadata</a:t>
            </a:r>
          </a:p>
          <a:p>
            <a:pPr lvl="0" indent="0" marL="0">
              <a:buNone/>
            </a:pPr>
            <a:r>
              <a:rPr b="1"/>
              <a:t>Rule 2 — No Gaps</a:t>
            </a:r>
          </a:p>
          <a:p>
            <a:pPr lvl="0" indent="0" marL="0">
              <a:buNone/>
            </a:pPr>
            <a:r>
              <a:rPr/>
              <a:t>Numbers must remain contiguous. If a document is removed, its number is retired permanently.</a:t>
            </a:r>
          </a:p>
          <a:p>
            <a:pPr lvl="0" indent="0" marL="0">
              <a:buNone/>
            </a:pPr>
            <a:r>
              <a:rPr b="1"/>
              <a:t>Rule 3 — No Renumbering</a:t>
            </a:r>
          </a:p>
          <a:p>
            <a:pPr lvl="0" indent="0" marL="0">
              <a:buNone/>
            </a:pPr>
            <a:r>
              <a:rPr/>
              <a:t>Once assigned, a number is immutable.</a:t>
            </a:r>
          </a:p>
          <a:p>
            <a:pPr lvl="0" indent="0" marL="0">
              <a:buNone/>
            </a:pPr>
            <a:r>
              <a:rPr b="1"/>
              <a:t>Rule 4 — Appendices Use Suffixes</a:t>
            </a:r>
          </a:p>
          <a:p>
            <a:pPr lvl="0" indent="0" marL="0">
              <a:buNone/>
            </a:pPr>
            <a:r>
              <a:rPr/>
              <a:t>Appendices follow the pattern:</a:t>
            </a:r>
          </a:p>
          <a:p>
            <a:pPr lvl="0"/>
            <a:r>
              <a:rPr>
                <a:latin typeface="Courier"/>
              </a:rPr>
              <a:t>A_*.md</a:t>
            </a:r>
          </a:p>
          <a:p>
            <a:pPr lvl="0"/>
            <a:r>
              <a:rPr>
                <a:latin typeface="Courier"/>
              </a:rPr>
              <a:t>B_*.md</a:t>
            </a:r>
          </a:p>
          <a:p>
            <a:pPr lvl="0"/>
            <a:r>
              <a:rPr>
                <a:latin typeface="Courier"/>
              </a:rPr>
              <a:t>C_*.md</a:t>
            </a:r>
          </a:p>
          <a:p>
            <a:pPr lvl="0" indent="0" marL="0">
              <a:buNone/>
            </a:pPr>
            <a:r>
              <a:rPr b="1"/>
              <a:t>Rule 5 — No Nested Directories for Canon Documents</a:t>
            </a:r>
          </a:p>
          <a:p>
            <a:pPr lvl="0" indent="0" marL="0">
              <a:buNone/>
            </a:pPr>
            <a:r>
              <a:rPr/>
              <a:t>All 12 canonical documents live directly under </a:t>
            </a:r>
            <a:r>
              <a:rPr>
                <a:latin typeface="Courier"/>
              </a:rPr>
              <a:t>/docs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mirrors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 to Document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buNone/>
            </a:pPr>
            <a:r>
              <a:rPr/>
              <a:t>maps to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Navigation</a:t>
            </a:r>
          </a:p>
          <a:p>
            <a:pPr lvl="0" indent="0" marL="0">
              <a:buNone/>
            </a:pPr>
            <a:r>
              <a:rPr/>
              <a:t>Given the number, the document’s role is always known.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and governance documents (03-05, 09-11) support continuous monitoring.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Directory Structure (Canonical Table)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ControlPlaneArchitecture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Defines the six control planes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Cross-plane architectural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CanonSpecification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modernization canon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FedRAMP20x_Crosswalk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FedRAMP 20x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FedRAMP20x_Phase2_Summary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Modernization-focused summary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ManagementStack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+ Intune control plane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ProgramVision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modernization vision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LeadershipBriefing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narrative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ModernizationTimeline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PMO-ready sequencing plan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Master index of all crosswalks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DirectoryStructure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document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GlossaryAndDefinitions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glossary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Automation pipelines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Repository Drift Controls</a:t>
            </a:r>
          </a:p>
          <a:p>
            <a:pPr lvl="0"/>
            <a:r>
              <a:rPr/>
              <a:t>No renumbering</a:t>
            </a:r>
          </a:p>
          <a:p>
            <a:pPr lvl="0"/>
            <a:r>
              <a:rPr/>
              <a:t>No renaming</a:t>
            </a:r>
          </a:p>
          <a:p>
            <a:pPr lvl="0"/>
            <a:r>
              <a:rPr/>
              <a:t>No relocation</a:t>
            </a:r>
          </a:p>
          <a:p>
            <a:pPr lvl="0"/>
            <a:r>
              <a:rPr/>
              <a:t>No duplication</a:t>
            </a:r>
          </a:p>
          <a:p>
            <a:pPr lvl="0"/>
            <a:r>
              <a:rPr/>
              <a:t>No cross-document redefinition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GitHub PR review</a:t>
            </a:r>
          </a:p>
          <a:p>
            <a:pPr lvl="0"/>
            <a:r>
              <a:rPr/>
              <a:t>Canon steward approval</a:t>
            </a:r>
          </a:p>
          <a:p>
            <a:pPr lvl="0"/>
            <a:r>
              <a:rPr/>
              <a:t>Automated structure validation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Directory Structure canonical table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 Directorystructure</dc:title>
  <dc:creator>UIAO Modernization Program</dc:creator>
  <cp:keywords/>
  <dcterms:created xsi:type="dcterms:W3CDTF">2026-03-31T17:33:44Z</dcterms:created>
  <dcterms:modified xsi:type="dcterms:W3CDTF">2026-03-31T17:33:44Z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