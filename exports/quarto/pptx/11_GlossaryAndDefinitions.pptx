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Single Source of Truth (SSOT):</a:t>
            </a:r>
            <a:r>
              <a:rPr sz="2000"/>
              <a:t> The README.md is the authoritative origin for all canonical definitions.</a:t>
            </a:r>
          </a:p>
          <a:p>
            <a:pPr lvl="0" indent="0" marL="0">
              <a:buNone/>
            </a:pPr>
            <a:r>
              <a:rPr/>
              <a:t>The glossary includes the frozen definitions of the Eight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2026-04-03T14:23:20Z</dcterms:created>
  <dcterms:modified xsi:type="dcterms:W3CDTF">2026-04-03T14:23:20Z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3,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