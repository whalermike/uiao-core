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09 Crosswalkindex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Crosswalk Index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 and Reference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index for all crosswalks, mappings, and compliance references within the Unified Identity-Addressing-Overlay (UIAO) canon. It ensures that every mapping — FedRAMP, NIST, TIC 3.0, SCuBA, KSI, and control-plane alignment — is discoverable, consistent, and traceable across the entire documentation set.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Index of all crosswalks in the UIAO canon</a:t>
            </a:r>
          </a:p>
          <a:p>
            <a:pPr lvl="0"/>
            <a:r>
              <a:rPr/>
              <a:t>Mapping references across FedRAMP, NIST, TIC 3.0, SCuBA, and KSI</a:t>
            </a:r>
          </a:p>
          <a:p>
            <a:pPr lvl="0"/>
            <a:r>
              <a:rPr/>
              <a:t>Control-plane alignment references</a:t>
            </a:r>
          </a:p>
          <a:p>
            <a:pPr lvl="0"/>
            <a:r>
              <a:rPr/>
              <a:t>Document-to-document linkage</a:t>
            </a:r>
          </a:p>
          <a:p>
            <a:pPr lvl="0"/>
            <a:r>
              <a:rPr/>
              <a:t>Evidence source index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Full crosswalk content (see </a:t>
            </a:r>
            <a:r>
              <a:rPr>
                <a:latin typeface="Courier"/>
              </a:rPr>
              <a:t>03_FedRAMP20x_Crosswalk.md</a:t>
            </a:r>
            <a:r>
              <a:rPr/>
              <a:t>)</a:t>
            </a:r>
          </a:p>
          <a:p>
            <a:pPr lvl="0"/>
            <a:r>
              <a:rPr/>
              <a:t>Detailed compliance narratives</a:t>
            </a:r>
          </a:p>
          <a:p>
            <a:pPr lvl="0"/>
            <a:r>
              <a:rPr/>
              <a:t>Project plans and timelines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index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Crosswalk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800-63, IA-2, AC-2, ICAM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AC-4, SC-7, TIC 3.0 Cloud and Branch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CM-8, AC-4, deterministic IPAM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CA-7, SI-4, KSI-MLA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 20x, Zero Trust, SCuBA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CM-2, CM-3, CM-6, CM-8, CA-7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index ensures each plane’s compliance responsibilities are traceable.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Crosswalk Index is governed by the Seven Core Concepts: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These concepts appear consistently across all crosswalks.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Crosswalk Categories</a:t>
            </a:r>
          </a:p>
          <a:p>
            <a:pPr lvl="0" indent="0" marL="0">
              <a:buNone/>
            </a:pPr>
            <a:r>
              <a:rPr/>
              <a:t>UIAO crosswalks fall into five canonical categories:</a:t>
            </a:r>
          </a:p>
          <a:p>
            <a:pPr lvl="0"/>
            <a:r>
              <a:rPr b="1"/>
              <a:t>FedRAMP 20x Crosswalk</a:t>
            </a:r>
          </a:p>
          <a:p>
            <a:pPr lvl="0"/>
            <a:r>
              <a:rPr b="1"/>
              <a:t>NIST SP 800-53 Rev 5 Mapping</a:t>
            </a:r>
          </a:p>
          <a:p>
            <a:pPr lvl="0"/>
            <a:r>
              <a:rPr b="1"/>
              <a:t>TIC 3.0 Cloud and Branch Alignment</a:t>
            </a:r>
          </a:p>
          <a:p>
            <a:pPr lvl="0"/>
            <a:r>
              <a:rPr b="1"/>
              <a:t>SCuBA (M365) Hardening Alignment</a:t>
            </a:r>
          </a:p>
          <a:p>
            <a:pPr lvl="0"/>
            <a:r>
              <a:rPr b="1"/>
              <a:t>KSI (Key Security Indicator) Framework</a:t>
            </a:r>
          </a:p>
          <a:p>
            <a:pPr lvl="0" indent="0" marL="0">
              <a:buNone/>
            </a:pPr>
            <a:r>
              <a:rPr/>
              <a:t>This index links each category to its authoritative document.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Document-Level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Crosswalk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 20x to UIAO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Primary crosswalk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04_FedRAMP20x_Phase2_Summary.md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 20x to Modernization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CM/IR/AC/IA to ServiceNow/Intune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 mappings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00_ControlPlaneArchitecture.md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planes to NIST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Plane-level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01_UnifiedArchitecture.md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Core concepts to NIST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Conceptual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02_CanonSpecification.md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 to NIST/TIC/SCuBA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Doctrinal mapping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table is the master reference for all compliance-related documents.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Crosswalk Index follows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Conversation-Level Mapping</a:t>
            </a:r>
          </a:p>
          <a:p>
            <a:pPr lvl="0" indent="0" marL="0">
              <a:buNone/>
            </a:pPr>
            <a:r>
              <a:rPr/>
              <a:t>Every crosswalk ties back to:</a:t>
            </a:r>
          </a:p>
          <a:p>
            <a:pPr lvl="0"/>
            <a:r>
              <a:rPr/>
              <a:t>Identity</a:t>
            </a:r>
          </a:p>
          <a:p>
            <a:pPr lvl="0"/>
            <a:r>
              <a:rPr/>
              <a:t>Addressing</a:t>
            </a:r>
          </a:p>
          <a:p>
            <a:pPr lvl="0"/>
            <a:r>
              <a:rPr/>
              <a:t>Certificates</a:t>
            </a:r>
          </a:p>
          <a:p>
            <a:pPr lvl="0"/>
            <a:r>
              <a:rPr/>
              <a:t>Path</a:t>
            </a:r>
          </a:p>
          <a:p>
            <a:pPr lvl="0"/>
            <a:r>
              <a:rPr/>
              <a:t>Telemetry</a:t>
            </a:r>
          </a:p>
          <a:p>
            <a:pPr lvl="0"/>
            <a:r>
              <a:rPr/>
              <a:t>Policy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Mapping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crosswalk outputs remain consistent across:</a:t>
            </a:r>
          </a:p>
          <a:p>
            <a:pPr lvl="0"/>
            <a:r>
              <a:rPr/>
              <a:t>Clouds</a:t>
            </a:r>
          </a:p>
          <a:p>
            <a:pPr lvl="0"/>
            <a:r>
              <a:rPr/>
              <a:t>Agencies</a:t>
            </a:r>
          </a:p>
          <a:p>
            <a:pPr lvl="0"/>
            <a:r>
              <a:rPr/>
              <a:t>Implementations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Crosswalks support CA-7 continuous monitoring and SI-4 anomaly detection.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Crosswalk Index (Master Table)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Below is the canonical master index of all crosswalks in the UIAO canon.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 20x to UIAO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mapping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Phase 2 Summary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Modernization alignment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04_FedRAMP20x_Phase2_Summary.md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Evidence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Telemetry, identity, 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8.2 NIST SP 800-53 Rev 5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Family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 (Access Control)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segmentation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00_ControlPlaneArchitecture.md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 (Identity and Auth)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assurance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01_UnifiedArchitecture.md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 (Configuration Mgmt)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Intune, drift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 (System and Comm)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mTLS, overlay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00_ControlPlaneArchitecture.md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 (System Integrity)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 (Assessment)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TIC 3.0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TIC 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Identity-aware routing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04_FedRAMP20x_Phase2_Summary.md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Branch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 segmentation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04_FedRAMP20x_Phase2_Summary.md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ICAM 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06_ProgramVision.md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8.4 SCuBA (M365)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Hardening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MFA, CA, PIM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06_ProgramVision.md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M365 Network 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08_ModernizationTimeline.md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ICAM alignment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02_CanonSpecification.md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8.5 KSI (Key Security Indicator)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KSI-IAM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authentication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KSI-PIY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inventory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KSI-MLA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health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KSI-SVC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enforcement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00_ControlPlaneArchitecture.md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KSI-CMT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Baseline drift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 metadata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01_UnifiedArchitecture.md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minimization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02_CanonSpecification.md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packages</a:t>
            </a:r>
          </a:p>
          <a:p>
            <a:pPr lvl="0"/>
            <a:r>
              <a:rPr/>
              <a:t>FedRAMP 20x evidence generation</a:t>
            </a:r>
          </a:p>
          <a:p>
            <a:pPr lvl="0"/>
            <a:r>
              <a:rPr/>
              <a:t>Leadership reporting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The Crosswalk Index supports all phases of the modernization timeline.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Crosswalk master tables are in Section 8. Control Plane Alignment table is in Section 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for machine-readable crosswalk data.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09 Crosswalkindex</dc:title>
  <dc:creator>UIAO Modernization Program</dc:creator>
  <cp:keywords/>
  <dcterms:created xsi:type="dcterms:W3CDTF">2026-03-31T17:15:41Z</dcterms:created>
  <dcterms:modified xsi:type="dcterms:W3CDTF">2026-03-31T17:15:41Z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