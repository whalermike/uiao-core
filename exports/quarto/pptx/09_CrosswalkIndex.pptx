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09 Crosswalkindex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Crosswalk Index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and Reference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index for all crosswalks, mappings, and compliance references within the Unified Identity-Addressing-Overlay (UIAO) canon. It ensures that every mapping — FedRAMP, NIST, TIC 3.0, SCuBA, KSI, and control-plane alignment — is discoverable, consistent, and traceable across the entire documentation 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Index of all crosswalks in the UIAO canon</a:t>
            </a:r>
          </a:p>
          <a:p>
            <a:pPr lvl="0"/>
            <a:r>
              <a:rPr/>
              <a:t>Mapping references across FedRAMP, NIST, TIC 3.0, SCuBA, and KSI</a:t>
            </a:r>
          </a:p>
          <a:p>
            <a:pPr lvl="0"/>
            <a:r>
              <a:rPr/>
              <a:t>Control-plane alignment references</a:t>
            </a:r>
          </a:p>
          <a:p>
            <a:pPr lvl="0"/>
            <a:r>
              <a:rPr/>
              <a:t>Document-to-document linkage</a:t>
            </a:r>
          </a:p>
          <a:p>
            <a:pPr lvl="0"/>
            <a:r>
              <a:rPr/>
              <a:t>Evidence source index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Full crosswalk content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Detailed compliance narratives</a:t>
            </a:r>
          </a:p>
          <a:p>
            <a:pPr lvl="0"/>
            <a:r>
              <a:rPr/>
              <a:t>Project plans and timelines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index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800-63, IA-2, AC-2,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AC-4, SC-7, TIC 3.0 Cloud and Branch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CM-8, AC-4, deterministic 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CA-7, SI-4, KSI-MLA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20x, Zero Trust,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CM-2, CM-3, CM-6, CM-8, CA-7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ensures each plane’s compliance responsibilities are traceable.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is governed by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appear consistently across all crosswalks.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Crosswalk Categories</a:t>
            </a:r>
          </a:p>
          <a:p>
            <a:pPr lvl="0" indent="0" marL="0">
              <a:buNone/>
            </a:pPr>
            <a:r>
              <a:rPr/>
              <a:t>UIAO crosswalks fall into five canonical categories:</a:t>
            </a:r>
          </a:p>
          <a:p>
            <a:pPr lvl="0"/>
            <a:r>
              <a:rPr b="1"/>
              <a:t>FedRAMP 20x Crosswalk</a:t>
            </a:r>
          </a:p>
          <a:p>
            <a:pPr lvl="0"/>
            <a:r>
              <a:rPr b="1"/>
              <a:t>NIST SP 800-53 Rev 5 Mapping</a:t>
            </a:r>
          </a:p>
          <a:p>
            <a:pPr lvl="0"/>
            <a:r>
              <a:rPr b="1"/>
              <a:t>TIC 3.0 Cloud and Branch Alignment</a:t>
            </a:r>
          </a:p>
          <a:p>
            <a:pPr lvl="0"/>
            <a:r>
              <a:rPr b="1"/>
              <a:t>SCuBA (M365) Hardening Alignment</a:t>
            </a:r>
          </a:p>
          <a:p>
            <a:pPr lvl="0"/>
            <a:r>
              <a:rPr b="1"/>
              <a:t>KSI (Key Security Indicator) Framework</a:t>
            </a:r>
          </a:p>
          <a:p>
            <a:pPr lvl="0" indent="0" marL="0">
              <a:buNone/>
            </a:pPr>
            <a:r>
              <a:rPr/>
              <a:t>This index links each category to its authoritative document.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Document-Level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crosswalk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Modernization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CM/IR/AC/IA to ServiceNow/Intune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mappings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planes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Plane-level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concepts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Conceptual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to NIST/TIC/SCuBA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mapping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master reference for all compliance-related documents.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Mapping</a:t>
            </a:r>
          </a:p>
          <a:p>
            <a:pPr lvl="0" indent="0" marL="0">
              <a:buNone/>
            </a:pPr>
            <a:r>
              <a:rPr/>
              <a:t>Every crosswalk ties back to: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Telemetry</a:t>
            </a:r>
          </a:p>
          <a:p>
            <a:pPr lvl="0"/>
            <a:r>
              <a:rPr/>
              <a:t>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Mapping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crosswalk outputs remain consistent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support CA-7 continuous monitoring and SI-4 anomaly detection.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Crosswalk Index (Master Table)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 master index of all crosswalks in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mapping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identity,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8.2 NIST SP 800-53 Rev 5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 (Access 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 (Identity and Auth)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 (Configuration Mgmt)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 (System and Comm)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mTLS,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 (System Integrity)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(Assessment)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TIC 3.0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routing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Branch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SCuBA (M365)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Hardening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CA, PIM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08_ModernizationTimeline.md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8.5 KSI (Key Security Indicator)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inventory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metadata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Crosswalk Index supports all phases of the modernization timeline.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Crosswalk master tables are in Section 8.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for machine-readable crosswalk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Crosswalkindex</dc:title>
  <dc:creator>UIAO Modernization Program</dc:creator>
  <cp:keywords/>
  <dcterms:created xsi:type="dcterms:W3CDTF">2026-03-31T17:15:26Z</dcterms:created>
  <dcterms:modified xsi:type="dcterms:W3CDTF">2026-03-31T17:15:26Z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