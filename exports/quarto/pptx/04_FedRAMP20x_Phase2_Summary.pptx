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04 Fedramp20X Phase2 Summary</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Phase 2 Compliance Summary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Compliance Summary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summary of how the Unified Identity-Addressing-Overlay (UIAO) architecture satisfies the requirements of FedRAMP 20x Phase 2. It explains the modernization drivers, architectural alignment, control-plane contributions, and compliance outcomes required for a telemetry-based, identity-anchored, Zero Trust-aligned federal enterprise.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Phase 2 modernization drivers</a:t>
            </a:r>
          </a:p>
          <a:p>
            <a:pPr lvl="0"/>
            <a:r>
              <a:rPr/>
              <a:t>Architectural alignment across all six control planes</a:t>
            </a:r>
          </a:p>
          <a:p>
            <a:pPr lvl="0"/>
            <a:r>
              <a:rPr/>
              <a:t>Core concepts supporting FedRAMP 20x</a:t>
            </a:r>
          </a:p>
          <a:p>
            <a:pPr lvl="0"/>
            <a:r>
              <a:rPr/>
              <a:t>Frozen state compliance risks</a:t>
            </a:r>
          </a:p>
          <a:p>
            <a:pPr lvl="0"/>
            <a:r>
              <a:rPr/>
              <a:t>Compliance outcomes and mission impact</a:t>
            </a:r>
          </a:p>
          <a:p>
            <a:pPr lvl="0" indent="0" marL="0">
              <a:spcBef>
                <a:spcPts val="3000"/>
              </a:spcBef>
              <a:buNone/>
            </a:pPr>
            <a:r>
              <a:rPr b="1"/>
              <a:t>Excluded</a:t>
            </a:r>
          </a:p>
          <a:p>
            <a:pPr lvl="0"/>
            <a:r>
              <a:rPr/>
              <a:t>Detailed crosswalk mappings (see </a:t>
            </a:r>
            <a:r>
              <a:rPr>
                <a:latin typeface="Courier"/>
              </a:rPr>
              <a:t>03_FedRAMP20x_Crosswalk.md</a:t>
            </a:r>
            <a:r>
              <a:rPr/>
              <a:t>)</a:t>
            </a:r>
          </a:p>
          <a:p>
            <a:pPr lvl="0"/>
            <a:r>
              <a:rPr/>
              <a:t>Project plan sequencing (see </a:t>
            </a:r>
            <a:r>
              <a:rPr>
                <a:latin typeface="Courier"/>
              </a:rPr>
              <a:t>08_ModernizationTimeline.md</a:t>
            </a:r>
            <a:r>
              <a:rPr/>
              <a:t>)</a:t>
            </a:r>
          </a:p>
          <a:p>
            <a:pPr lvl="0"/>
            <a:r>
              <a:rPr/>
              <a:t>Vendor-specific deployment instructions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FedRAMP 20x Phase 2 compliance is achieved through coordinated operation of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Phase 2 Compliance Role</a:t>
                      </a:r>
                    </a:p>
                  </a:txBody>
                  <a:tcPr/>
                </a:tc>
              </a:tr>
              <a:tr h="0">
                <a:tc>
                  <a:txBody>
                    <a:bodyPr/>
                    <a:lstStyle/>
                    <a:p>
                      <a:pPr lvl="0" indent="0" marL="0">
                        <a:buNone/>
                      </a:pPr>
                      <a:r>
                        <a:rPr/>
                        <a:t>Identity</a:t>
                      </a:r>
                    </a:p>
                  </a:txBody>
                </a:tc>
                <a:tc>
                  <a:txBody>
                    <a:bodyPr/>
                    <a:lstStyle/>
                    <a:p>
                      <a:pPr lvl="0" indent="0" marL="0">
                        <a:buNone/>
                      </a:pPr>
                      <a:r>
                        <a:rPr/>
                        <a:t>MFA, lifecycle governance, identity assurance</a:t>
                      </a:r>
                    </a:p>
                  </a:txBody>
                </a:tc>
              </a:tr>
              <a:tr h="0">
                <a:tc>
                  <a:txBody>
                    <a:bodyPr/>
                    <a:lstStyle/>
                    <a:p>
                      <a:pPr lvl="0" indent="0" marL="0">
                        <a:buNone/>
                      </a:pPr>
                      <a:r>
                        <a:rPr/>
                        <a:t>Network</a:t>
                      </a:r>
                    </a:p>
                  </a:txBody>
                </a:tc>
                <a:tc>
                  <a:txBody>
                    <a:bodyPr/>
                    <a:lstStyle/>
                    <a:p>
                      <a:pPr lvl="0" indent="0" marL="0">
                        <a:buNone/>
                      </a:pPr>
                      <a:r>
                        <a:rPr/>
                        <a:t>Cloud-first routing, segmentation, mTLS overlay</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KSI generation, INR/E911 readiness</a:t>
                      </a:r>
                    </a:p>
                  </a:txBody>
                </a:tc>
              </a:tr>
              <a:tr h="0">
                <a:tc>
                  <a:txBody>
                    <a:bodyPr/>
                    <a:lstStyle/>
                    <a:p>
                      <a:pPr lvl="0" indent="0" marL="0">
                        <a:buNone/>
                      </a:pPr>
                      <a:r>
                        <a:rPr/>
                        <a:t>Security and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Drift detection, CMDB integrity,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mandatory telemetry and evidence for FedRAMP 20x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FedRAMP 20x Phase 2 is supported by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ensure that compliance is continuous, automated, and identity-anchored.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Modernization Drivers</a:t>
            </a:r>
          </a:p>
          <a:p>
            <a:pPr lvl="0" indent="0" marL="0">
              <a:buNone/>
            </a:pPr>
            <a:r>
              <a:rPr/>
              <a:t>The agency’s legacy environment exhibits structural constraints that prevent compliance with FedRAMP 20x Phase 2:</a:t>
            </a:r>
          </a:p>
          <a:p>
            <a:pPr lvl="0"/>
            <a:r>
              <a:rPr/>
              <a:t>TIC 2.0 hairpinning degrades M365 performance</a:t>
            </a:r>
          </a:p>
          <a:p>
            <a:pPr lvl="0"/>
            <a:r>
              <a:rPr/>
              <a:t>Identity anchored in on-prem AD with inconsistent governance</a:t>
            </a:r>
          </a:p>
          <a:p>
            <a:pPr lvl="0"/>
            <a:r>
              <a:rPr/>
              <a:t>Fragmented IPAM across spreadsheets and disconnected tools</a:t>
            </a:r>
          </a:p>
          <a:p>
            <a:pPr lvl="0"/>
            <a:r>
              <a:rPr/>
              <a:t>Siloed telemetry preventing conversation-level correlation</a:t>
            </a:r>
          </a:p>
          <a:p>
            <a:pPr lvl="0"/>
            <a:r>
              <a:rPr/>
              <a:t>Manual governance processes incompatible with continuous monitoring</a:t>
            </a:r>
          </a:p>
          <a:p>
            <a:pPr lvl="0"/>
            <a:r>
              <a:rPr/>
              <a:t>Perimeter-centric security models unable to enforce Zero Trust</a:t>
            </a:r>
          </a:p>
          <a:p>
            <a:pPr lvl="0" indent="0" marL="0">
              <a:buNone/>
            </a:pPr>
            <a:r>
              <a:rPr/>
              <a:t>These constraints create direct mission impact:</a:t>
            </a:r>
          </a:p>
          <a:p>
            <a:pPr lvl="0"/>
            <a:r>
              <a:rPr/>
              <a:t>Poor cloud performance</a:t>
            </a:r>
          </a:p>
          <a:p>
            <a:pPr lvl="0"/>
            <a:r>
              <a:rPr/>
              <a:t>Increased cyber risk</a:t>
            </a:r>
          </a:p>
          <a:p>
            <a:pPr lvl="0"/>
            <a:r>
              <a:rPr/>
              <a:t>Compliance gaps (TIC 3.0, FedRAMP 20x, SCuBA)</a:t>
            </a:r>
          </a:p>
          <a:p>
            <a:pPr lvl="0"/>
            <a:r>
              <a:rPr/>
              <a:t>Operational inefficiencies</a:t>
            </a:r>
          </a:p>
          <a:p>
            <a:pPr lvl="0" indent="0" marL="0">
              <a:buNone/>
            </a:pPr>
            <a:r>
              <a:rPr/>
              <a:t>UIAO resolves these constraints through identity-driven, telemetry-informed modernization.</a:t>
            </a:r>
          </a:p>
          <a:p>
            <a:pPr lvl="0" indent="0" marL="0">
              <a:spcBef>
                <a:spcPts val="3000"/>
              </a:spcBef>
              <a:buNone/>
            </a:pPr>
            <a:r>
              <a:rPr b="1"/>
              <a:t>6.2 Architecture Supporting FedRAMP 20x Phase 2</a:t>
            </a:r>
          </a:p>
          <a:p>
            <a:pPr lvl="0" indent="0" marL="0">
              <a:spcBef>
                <a:spcPts val="3000"/>
              </a:spcBef>
              <a:buNone/>
            </a:pPr>
            <a:r>
              <a:rPr b="1"/>
              <a:t>Identity Control Plane</a:t>
            </a:r>
          </a:p>
          <a:p>
            <a:pPr lvl="0"/>
            <a:r>
              <a:rPr/>
              <a:t>Entra ID as authoritative identity</a:t>
            </a:r>
          </a:p>
          <a:p>
            <a:pPr lvl="0"/>
            <a:r>
              <a:rPr/>
              <a:t>ICAM governance (NIST 800-63, OMB M-19-17)</a:t>
            </a:r>
          </a:p>
          <a:p>
            <a:pPr lvl="0"/>
            <a:r>
              <a:rPr/>
              <a:t>Conditional Access enforcing device trust</a:t>
            </a:r>
          </a:p>
          <a:p>
            <a:pPr lvl="0"/>
            <a:r>
              <a:rPr/>
              <a:t>PIM for privileged access</a:t>
            </a:r>
          </a:p>
          <a:p>
            <a:pPr lvl="0"/>
            <a:r>
              <a:rPr/>
              <a:t>Automated lifecycle (joiner/mover/leaver)</a:t>
            </a:r>
          </a:p>
          <a:p>
            <a:pPr lvl="0" indent="0" marL="0">
              <a:spcBef>
                <a:spcPts val="3000"/>
              </a:spcBef>
              <a:buNone/>
            </a:pPr>
            <a:r>
              <a:rPr b="1"/>
              <a:t>Network Control Plane</a:t>
            </a:r>
          </a:p>
          <a:p>
            <a:pPr lvl="0"/>
            <a:r>
              <a:rPr/>
              <a:t>Cisco SD-WAN for cloud-first routing</a:t>
            </a:r>
          </a:p>
          <a:p>
            <a:pPr lvl="0"/>
            <a:r>
              <a:rPr/>
              <a:t>Identity-aware segmentation</a:t>
            </a:r>
          </a:p>
          <a:p>
            <a:pPr lvl="0"/>
            <a:r>
              <a:rPr/>
              <a:t>Cloud OnRamp for M365</a:t>
            </a:r>
          </a:p>
          <a:p>
            <a:pPr lvl="0"/>
            <a:r>
              <a:rPr/>
              <a:t>INR integration for location-aware routing</a:t>
            </a:r>
          </a:p>
          <a:p>
            <a:pPr lvl="0" indent="0" marL="0">
              <a:spcBef>
                <a:spcPts val="3000"/>
              </a:spcBef>
              <a:buNone/>
            </a:pPr>
            <a:r>
              <a:rPr b="1"/>
              <a:t>Addressing Control Plane</a:t>
            </a:r>
          </a:p>
          <a:p>
            <a:pPr lvl="0"/>
            <a:r>
              <a:rPr/>
              <a:t>Infoblox IPAM replacing spreadsheets</a:t>
            </a:r>
          </a:p>
          <a:p>
            <a:pPr lvl="0"/>
            <a:r>
              <a:rPr/>
              <a:t>Deterministic, identity-derived addressing</a:t>
            </a:r>
          </a:p>
          <a:p>
            <a:pPr lvl="0"/>
            <a:r>
              <a:rPr/>
              <a:t>Unified DNS/DHCP across cloud and on-prem</a:t>
            </a:r>
          </a:p>
          <a:p>
            <a:pPr lvl="0"/>
            <a:r>
              <a:rPr/>
              <a:t>Accurate telemetry correlation</a:t>
            </a:r>
          </a:p>
          <a:p>
            <a:pPr lvl="0" indent="0" marL="0">
              <a:spcBef>
                <a:spcPts val="3000"/>
              </a:spcBef>
              <a:buNone/>
            </a:pPr>
            <a:r>
              <a:rPr b="1"/>
              <a:t>Telemetry and Location Control Plane</a:t>
            </a:r>
          </a:p>
          <a:p>
            <a:pPr lvl="0"/>
            <a:r>
              <a:rPr/>
              <a:t>M365, SD-WAN, DNS, endpoint telemetry</a:t>
            </a:r>
          </a:p>
          <a:p>
            <a:pPr lvl="0"/>
            <a:r>
              <a:rPr/>
              <a:t>Conversation-level correlation</a:t>
            </a:r>
          </a:p>
          <a:p>
            <a:pPr lvl="0"/>
            <a:r>
              <a:rPr/>
              <a:t>E911 dynamic location mapping</a:t>
            </a:r>
          </a:p>
          <a:p>
            <a:pPr lvl="0"/>
            <a:r>
              <a:rPr/>
              <a:t>IPAM-based location inference</a:t>
            </a:r>
          </a:p>
          <a:p>
            <a:pPr lvl="0" indent="0" marL="0">
              <a:spcBef>
                <a:spcPts val="3000"/>
              </a:spcBef>
              <a:buNone/>
            </a:pPr>
            <a:r>
              <a:rPr b="1"/>
              <a:t>Security and Compliance Plane</a:t>
            </a:r>
          </a:p>
          <a:p>
            <a:pPr lvl="0"/>
            <a:r>
              <a:rPr/>
              <a:t>TIC 3.0 Cloud + Branch</a:t>
            </a:r>
          </a:p>
          <a:p>
            <a:pPr lvl="0"/>
            <a:r>
              <a:rPr/>
              <a:t>Zero Trust enforcement</a:t>
            </a:r>
          </a:p>
          <a:p>
            <a:pPr lvl="0"/>
            <a:r>
              <a:rPr/>
              <a:t>FedRAMP 20x telemetry validation</a:t>
            </a:r>
          </a:p>
          <a:p>
            <a:pPr lvl="0"/>
            <a:r>
              <a:rPr/>
              <a:t>NIST 800-63 identity governance</a:t>
            </a:r>
          </a:p>
          <a:p>
            <a:pPr lvl="0" indent="0" marL="0">
              <a:buNone/>
            </a:pPr>
            <a:r>
              <a:rPr/>
              <a:t>Together, these planes produce continuous, machine-generated evidence.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satisfies FedRAMP 20x Phase 2 requirements.</a:t>
            </a:r>
          </a:p>
          <a:p>
            <a:pPr lvl="0" indent="0" marL="0">
              <a:spcBef>
                <a:spcPts val="3000"/>
              </a:spcBef>
              <a:buNone/>
            </a:pPr>
            <a:r>
              <a:rPr b="1"/>
              <a:t>7.1 Conversation-Level Telemetry</a:t>
            </a:r>
          </a:p>
          <a:p>
            <a:pPr lvl="0" indent="0" marL="0">
              <a:buNone/>
            </a:pPr>
            <a:r>
              <a:rPr/>
              <a:t>Every interaction produces:</a:t>
            </a:r>
          </a:p>
          <a:p>
            <a:pPr lvl="0"/>
            <a:r>
              <a:rPr/>
              <a:t>Identity metadata</a:t>
            </a:r>
          </a:p>
          <a:p>
            <a:pPr lvl="0"/>
            <a:r>
              <a:rPr/>
              <a:t>Addressing metadata</a:t>
            </a:r>
          </a:p>
          <a:p>
            <a:pPr lvl="0"/>
            <a:r>
              <a:rPr/>
              <a:t>Certificate metadata</a:t>
            </a:r>
          </a:p>
          <a:p>
            <a:pPr lvl="0"/>
            <a:r>
              <a:rPr/>
              <a:t>Path and QoS telemetry</a:t>
            </a:r>
          </a:p>
          <a:p>
            <a:pPr lvl="0"/>
            <a:r>
              <a:rPr/>
              <a:t>Device posture</a:t>
            </a:r>
          </a:p>
          <a:p>
            <a:pPr lvl="0"/>
            <a:r>
              <a:rPr/>
              <a:t>Location inference</a:t>
            </a:r>
          </a:p>
          <a:p>
            <a:pPr lvl="0" indent="0" marL="0">
              <a:spcBef>
                <a:spcPts val="3000"/>
              </a:spcBef>
              <a:buNone/>
            </a:pPr>
            <a:r>
              <a:rPr b="1"/>
              <a:t>7.2 Deterministic Behavior</a:t>
            </a:r>
          </a:p>
          <a:p>
            <a:pPr lvl="0" indent="0" marL="0">
              <a:buNone/>
            </a:pPr>
            <a:r>
              <a:rPr/>
              <a:t>Given identical inputs, UIAO produces identical telemetry outputs — enabling reproducible compliance.</a:t>
            </a:r>
          </a:p>
          <a:p>
            <a:pPr lvl="0" indent="0" marL="0">
              <a:spcBef>
                <a:spcPts val="3000"/>
              </a:spcBef>
              <a:buNone/>
            </a:pPr>
            <a:r>
              <a:rPr b="1"/>
              <a:t>7.3 Continuous Evaluation</a:t>
            </a:r>
          </a:p>
          <a:p>
            <a:pPr lvl="0" indent="0" marL="0">
              <a:buNone/>
            </a:pPr>
            <a:r>
              <a:rPr/>
              <a:t>Telemetry drives:</a:t>
            </a:r>
          </a:p>
          <a:p>
            <a:pPr lvl="0"/>
            <a:r>
              <a:rPr/>
              <a:t>Routing decisions</a:t>
            </a:r>
          </a:p>
          <a:p>
            <a:pPr lvl="0"/>
            <a:r>
              <a:rPr/>
              <a:t>Access decisions</a:t>
            </a:r>
          </a:p>
          <a:p>
            <a:pPr lvl="0"/>
            <a:r>
              <a:rPr/>
              <a:t>Segmentation decisions</a:t>
            </a:r>
          </a:p>
          <a:p>
            <a:pPr lvl="0"/>
            <a:r>
              <a:rPr/>
              <a:t>Compliance posture</a:t>
            </a:r>
          </a:p>
          <a:p>
            <a:pPr lvl="0" indent="0" marL="0">
              <a:buNone/>
            </a:pPr>
            <a:r>
              <a:rPr/>
              <a:t>This satisfies CA-7 continuous monitoring and SI-4 anomaly detection.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Frozen State Compliance Risks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Frozen State</a:t>
                      </a:r>
                    </a:p>
                  </a:txBody>
                  <a:tcPr/>
                </a:tc>
                <a:tc>
                  <a:txBody>
                    <a:bodyPr/>
                    <a:lstStyle/>
                    <a:p>
                      <a:pPr lvl="0" indent="0" marL="0">
                        <a:buNone/>
                      </a:pPr>
                      <a:r>
                        <a:rPr/>
                        <a:t>Compliance Risk</a:t>
                      </a:r>
                    </a:p>
                  </a:txBody>
                  <a:tcPr/>
                </a:tc>
              </a:tr>
              <a:tr h="0">
                <a:tc>
                  <a:txBody>
                    <a:bodyPr/>
                    <a:lstStyle/>
                    <a:p>
                      <a:pPr lvl="0" indent="0" marL="0">
                        <a:buNone/>
                      </a:pPr>
                      <a:r>
                        <a:rPr/>
                        <a:t>Identity</a:t>
                      </a:r>
                    </a:p>
                  </a:txBody>
                </a:tc>
                <a:tc>
                  <a:txBody>
                    <a:bodyPr/>
                    <a:lstStyle/>
                    <a:p>
                      <a:pPr lvl="0" indent="0" marL="0">
                        <a:buNone/>
                      </a:pPr>
                      <a:r>
                        <a:rPr/>
                        <a:t>Siloed AD</a:t>
                      </a:r>
                    </a:p>
                  </a:txBody>
                </a:tc>
                <a:tc>
                  <a:txBody>
                    <a:bodyPr/>
                    <a:lstStyle/>
                    <a:p>
                      <a:pPr lvl="0" indent="0" marL="0">
                        <a:buNone/>
                      </a:pPr>
                      <a:r>
                        <a:rPr/>
                        <a:t>Inconsistent governance</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correlation or inventory integrity</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visibility</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UIAO resolves these risks through deterministic, identity-anchored modernization.</a:t>
            </a:r>
          </a:p>
          <a:p>
            <a:pPr lvl="0" indent="0" marL="0">
              <a:spcBef>
                <a:spcPts val="3000"/>
              </a:spcBef>
              <a:buNone/>
            </a:pPr>
            <a:r>
              <a:rPr b="1"/>
              <a:t>8.2 Compliance Outcomes</a:t>
            </a:r>
          </a:p>
          <a:p>
            <a:pPr lvl="0" indent="0" marL="0">
              <a:buNone/>
            </a:pPr>
            <a:r>
              <a:rPr/>
              <a:t>UIAO delivers measurable improvements:</a:t>
            </a:r>
          </a:p>
          <a:p>
            <a:pPr lvl="0"/>
            <a:r>
              <a:rPr b="1"/>
              <a:t>Performance:</a:t>
            </a:r>
            <a:r>
              <a:rPr/>
              <a:t> Cloud-first routing improves M365 performance</a:t>
            </a:r>
          </a:p>
          <a:p>
            <a:pPr lvl="0"/>
            <a:r>
              <a:rPr b="1"/>
              <a:t>Security:</a:t>
            </a:r>
            <a:r>
              <a:rPr/>
              <a:t> Identity-driven segmentation reduces attack surface</a:t>
            </a:r>
          </a:p>
          <a:p>
            <a:pPr lvl="0"/>
            <a:r>
              <a:rPr b="1"/>
              <a:t>Compliance:</a:t>
            </a:r>
            <a:r>
              <a:rPr/>
              <a:t> Telemetry enables FedRAMP 20x validation</a:t>
            </a:r>
          </a:p>
          <a:p>
            <a:pPr lvl="0"/>
            <a:r>
              <a:rPr b="1"/>
              <a:t>Governance:</a:t>
            </a:r>
            <a:r>
              <a:rPr/>
              <a:t> Automated workflows replace manual tickets</a:t>
            </a:r>
          </a:p>
          <a:p>
            <a:pPr lvl="0"/>
            <a:r>
              <a:rPr b="1"/>
              <a:t>Mission Readiness:</a:t>
            </a:r>
            <a:r>
              <a:rPr/>
              <a:t> Faster, more reliable, more secure services</a:t>
            </a:r>
          </a:p>
          <a:p>
            <a:pPr lvl="0" indent="0" marL="0">
              <a:buNone/>
            </a:pPr>
            <a:r>
              <a:rPr/>
              <a:t>These outcomes satisfy the intent and requirements of FedRAMP 20x Phase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Use Case Package</a:t>
            </a:r>
          </a:p>
          <a:p>
            <a:pPr lvl="0"/>
            <a:r>
              <a:rPr/>
              <a:t>TIC 3.0 Branch Use Case Package</a:t>
            </a:r>
          </a:p>
          <a:p>
            <a:pPr lvl="0"/>
            <a:r>
              <a:rPr/>
              <a:t>CDM/CLAW integration</a:t>
            </a:r>
          </a:p>
          <a:p>
            <a:pPr lvl="0"/>
            <a:r>
              <a:rPr/>
              <a:t>Annual FedRAMP assessment</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docs/11_GlossaryAndDefinitions.md</a:t>
            </a:r>
          </a:p>
          <a:p>
            <a:pPr lvl="0" indent="0" marL="0">
              <a:spcBef>
                <a:spcPts val="3000"/>
              </a:spcBef>
              <a:buNone/>
            </a:pPr>
            <a:r>
              <a:rPr b="1"/>
              <a:t>Appendix B: Tables</a:t>
            </a:r>
          </a:p>
          <a:p>
            <a:pPr lvl="0" indent="0" marL="0">
              <a:buNone/>
            </a:pPr>
            <a:r>
              <a:rPr i="1"/>
              <a:t>Frozen State Compliance Risks table is in Section 8.1. Control Plane Alignment table is in Section 4.</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See </a:t>
            </a:r>
            <a:r>
              <a:rPr i="1">
                <a:latin typeface="Courier"/>
              </a:rPr>
              <a:t>03_FedRAMP20x_Crosswalk.md</a:t>
            </a:r>
            <a:r>
              <a:rPr i="1"/>
              <a:t> Section 8 for KSI definitions and mappings.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Fedramp20X Phase2 Summary</dc:title>
  <dc:creator>UIAO Modernization Program</dc:creator>
  <cp:keywords/>
  <dcterms:created xsi:type="dcterms:W3CDTF">2026-04-03T14:22:43Z</dcterms:created>
  <dcterms:modified xsi:type="dcterms:W3CDTF">2026-04-03T14:22:43Z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