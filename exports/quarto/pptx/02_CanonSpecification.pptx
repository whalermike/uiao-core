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is anchored in the Seven Core Concepts, which define the philosophical and operational foundation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2026-03-31T17:05:18Z</dcterms:created>
  <dcterms:modified xsi:type="dcterms:W3CDTF">2026-03-31T17:05:18Z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